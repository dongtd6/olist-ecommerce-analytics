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0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160615-57BD-4808-9C55-0E273DBF512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A6DCB5-5CC6-4186-9A98-BFC9E8389880}">
      <dgm:prSet phldrT="[Text]"/>
      <dgm:spPr/>
      <dgm:t>
        <a:bodyPr/>
        <a:lstStyle/>
        <a:p>
          <a:r>
            <a:rPr lang="en-US" dirty="0" smtClean="0">
              <a:latin typeface="Segoe UI Black" panose="020B0A02040204020203" pitchFamily="34" charset="0"/>
              <a:ea typeface="Segoe UI Black" panose="020B0A02040204020203" pitchFamily="34" charset="0"/>
            </a:rPr>
            <a:t>Data dictionary</a:t>
          </a:r>
          <a:endParaRPr lang="en-US" dirty="0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FF587F3E-0489-4695-9318-474471C1B18B}" type="parTrans" cxnId="{822F8A50-8214-4799-8198-B5EFD92D7EAF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CB0D3516-5E9F-41D5-95E4-A0BE7B80B991}" type="sibTrans" cxnId="{822F8A50-8214-4799-8198-B5EFD92D7EAF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2165AF6C-ECA4-4DD3-9D2C-6CFBF72DD999}">
      <dgm:prSet phldrT="[Text]"/>
      <dgm:spPr/>
      <dgm:t>
        <a:bodyPr/>
        <a:lstStyle/>
        <a:p>
          <a:r>
            <a:rPr lang="en-US" dirty="0" smtClean="0">
              <a:latin typeface="Segoe UI Black" panose="020B0A02040204020203" pitchFamily="34" charset="0"/>
              <a:ea typeface="Segoe UI Black" panose="020B0A02040204020203" pitchFamily="34" charset="0"/>
            </a:rPr>
            <a:t>Data modeling</a:t>
          </a:r>
          <a:endParaRPr lang="en-US" dirty="0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AD3CE002-DB61-467B-94F2-3C01F38329AC}" type="parTrans" cxnId="{32A39B0C-6F06-4016-A6E1-B12026B5D498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45AC6EA8-4715-438B-8B0E-08C631C92C22}" type="sibTrans" cxnId="{32A39B0C-6F06-4016-A6E1-B12026B5D498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4EA670FC-9F32-49D9-968B-38DC05C2B809}">
      <dgm:prSet phldrT="[Text]"/>
      <dgm:spPr/>
      <dgm:t>
        <a:bodyPr/>
        <a:lstStyle/>
        <a:p>
          <a:r>
            <a:rPr lang="en-US" dirty="0" smtClean="0">
              <a:latin typeface="Segoe UI Black" panose="020B0A02040204020203" pitchFamily="34" charset="0"/>
              <a:ea typeface="Segoe UI Black" panose="020B0A02040204020203" pitchFamily="34" charset="0"/>
            </a:rPr>
            <a:t>Data preprocessing</a:t>
          </a:r>
          <a:endParaRPr lang="en-US" dirty="0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580CD902-DC5F-4B99-ABB2-A809F1F8B6C0}" type="parTrans" cxnId="{4212C187-31FB-40F4-8498-5CFEFF240985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5763F998-40FD-460C-8522-D26A1D59F7CB}" type="sibTrans" cxnId="{4212C187-31FB-40F4-8498-5CFEFF240985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BB65C958-9A79-40F1-BE3D-003A90C07322}">
      <dgm:prSet phldrT="[Text]"/>
      <dgm:spPr/>
      <dgm:t>
        <a:bodyPr/>
        <a:lstStyle/>
        <a:p>
          <a:r>
            <a:rPr lang="en-US" dirty="0" smtClean="0">
              <a:latin typeface="Segoe UI Black" panose="020B0A02040204020203" pitchFamily="34" charset="0"/>
              <a:ea typeface="Segoe UI Black" panose="020B0A02040204020203" pitchFamily="34" charset="0"/>
            </a:rPr>
            <a:t>Take action</a:t>
          </a:r>
          <a:endParaRPr lang="en-US" dirty="0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A1BE4089-707A-4F18-8876-065D3306337B}" type="parTrans" cxnId="{BCE4BCEC-D63F-497E-BD7B-79A3E89CE769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DE5CDC38-EDCA-47A4-84E0-A48116A5AC58}" type="sibTrans" cxnId="{BCE4BCEC-D63F-497E-BD7B-79A3E89CE769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DD8FED6D-4DE3-4BA5-B6AA-2EAB38675ACC}">
      <dgm:prSet phldrT="[Text]"/>
      <dgm:spPr/>
      <dgm:t>
        <a:bodyPr/>
        <a:lstStyle/>
        <a:p>
          <a:r>
            <a:rPr lang="en-US" dirty="0" smtClean="0">
              <a:latin typeface="Segoe UI Black" panose="020B0A02040204020203" pitchFamily="34" charset="0"/>
              <a:ea typeface="Segoe UI Black" panose="020B0A02040204020203" pitchFamily="34" charset="0"/>
            </a:rPr>
            <a:t>Data visualization</a:t>
          </a:r>
          <a:endParaRPr lang="en-US" dirty="0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81B29A01-5E01-4F15-AD3A-5928A6F99B30}" type="parTrans" cxnId="{8CF15F86-CBD9-4053-81AA-C546642B2E97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39DF90B8-5EBC-44CC-BBD9-6A06635A5F4D}" type="sibTrans" cxnId="{8CF15F86-CBD9-4053-81AA-C546642B2E97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2520206F-35C2-43FF-88B6-2B132124F796}">
      <dgm:prSet phldrT="[Text]"/>
      <dgm:spPr/>
      <dgm:t>
        <a:bodyPr/>
        <a:lstStyle/>
        <a:p>
          <a:r>
            <a:rPr lang="en-US" dirty="0" smtClean="0">
              <a:latin typeface="Segoe UI Black" panose="020B0A02040204020203" pitchFamily="34" charset="0"/>
              <a:ea typeface="Segoe UI Black" panose="020B0A02040204020203" pitchFamily="34" charset="0"/>
            </a:rPr>
            <a:t>Generative AI</a:t>
          </a:r>
          <a:endParaRPr lang="en-US" dirty="0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AE26D6F2-9BEE-4749-81ED-EE3D28CD7886}" type="parTrans" cxnId="{FC61E900-FF77-4793-86A2-5524AADC634E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B24C4FC1-1B71-421E-A48D-D5F95F2EC694}" type="sibTrans" cxnId="{FC61E900-FF77-4793-86A2-5524AADC634E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AE69121E-AE68-4309-9E1C-E91B62DECB34}" type="pres">
      <dgm:prSet presAssocID="{5F160615-57BD-4808-9C55-0E273DBF5121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7899ACBA-77CC-4DF1-86FC-0CD6320FD1B6}" type="pres">
      <dgm:prSet presAssocID="{5F160615-57BD-4808-9C55-0E273DBF5121}" presName="Name1" presStyleCnt="0"/>
      <dgm:spPr/>
    </dgm:pt>
    <dgm:pt modelId="{EC54362B-E2FE-4C1C-815E-5901A0E95EF4}" type="pres">
      <dgm:prSet presAssocID="{5F160615-57BD-4808-9C55-0E273DBF5121}" presName="cycle" presStyleCnt="0"/>
      <dgm:spPr/>
    </dgm:pt>
    <dgm:pt modelId="{750F7DDF-99B0-4C19-8827-DAF0D163ACD6}" type="pres">
      <dgm:prSet presAssocID="{5F160615-57BD-4808-9C55-0E273DBF5121}" presName="srcNode" presStyleLbl="node1" presStyleIdx="0" presStyleCnt="6"/>
      <dgm:spPr/>
    </dgm:pt>
    <dgm:pt modelId="{267FFF12-ACB9-4B59-A806-5E6140FFDE21}" type="pres">
      <dgm:prSet presAssocID="{5F160615-57BD-4808-9C55-0E273DBF5121}" presName="conn" presStyleLbl="parChTrans1D2" presStyleIdx="0" presStyleCnt="1"/>
      <dgm:spPr/>
      <dgm:t>
        <a:bodyPr/>
        <a:lstStyle/>
        <a:p>
          <a:endParaRPr lang="en-US"/>
        </a:p>
      </dgm:t>
    </dgm:pt>
    <dgm:pt modelId="{E2B042E2-45DC-47F1-AA6F-7246BCE96CE9}" type="pres">
      <dgm:prSet presAssocID="{5F160615-57BD-4808-9C55-0E273DBF5121}" presName="extraNode" presStyleLbl="node1" presStyleIdx="0" presStyleCnt="6"/>
      <dgm:spPr/>
    </dgm:pt>
    <dgm:pt modelId="{19AD01CB-6131-4FD6-9C18-0A89AE768B2F}" type="pres">
      <dgm:prSet presAssocID="{5F160615-57BD-4808-9C55-0E273DBF5121}" presName="dstNode" presStyleLbl="node1" presStyleIdx="0" presStyleCnt="6"/>
      <dgm:spPr/>
    </dgm:pt>
    <dgm:pt modelId="{1F4E37E4-0930-4FD0-A631-4F3B647F696C}" type="pres">
      <dgm:prSet presAssocID="{A6A6DCB5-5CC6-4186-9A98-BFC9E8389880}" presName="text_1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C78700-3DD4-4104-90CB-381D0B04AA94}" type="pres">
      <dgm:prSet presAssocID="{A6A6DCB5-5CC6-4186-9A98-BFC9E8389880}" presName="accent_1" presStyleCnt="0"/>
      <dgm:spPr/>
    </dgm:pt>
    <dgm:pt modelId="{31193447-B8E2-4473-92BF-A6FB854E02DC}" type="pres">
      <dgm:prSet presAssocID="{A6A6DCB5-5CC6-4186-9A98-BFC9E8389880}" presName="accentRepeatNode" presStyleLbl="solidFgAcc1" presStyleIdx="0" presStyleCnt="6"/>
      <dgm:spPr/>
    </dgm:pt>
    <dgm:pt modelId="{44D07EEB-DCB6-4B0A-861A-B8AB3A89DF0D}" type="pres">
      <dgm:prSet presAssocID="{2165AF6C-ECA4-4DD3-9D2C-6CFBF72DD999}" presName="text_2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BDDAD1-C6CC-48C6-8603-99D9D90A191B}" type="pres">
      <dgm:prSet presAssocID="{2165AF6C-ECA4-4DD3-9D2C-6CFBF72DD999}" presName="accent_2" presStyleCnt="0"/>
      <dgm:spPr/>
    </dgm:pt>
    <dgm:pt modelId="{0958E9C1-0474-40E7-ACC9-C4BFB2AAF96B}" type="pres">
      <dgm:prSet presAssocID="{2165AF6C-ECA4-4DD3-9D2C-6CFBF72DD999}" presName="accentRepeatNode" presStyleLbl="solidFgAcc1" presStyleIdx="1" presStyleCnt="6"/>
      <dgm:spPr/>
    </dgm:pt>
    <dgm:pt modelId="{41BAA0E9-94B3-4B27-B6C9-FACCDA7CAE79}" type="pres">
      <dgm:prSet presAssocID="{4EA670FC-9F32-49D9-968B-38DC05C2B809}" presName="text_3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193FDB-FFB6-459D-BCC7-1588B2FF1FEB}" type="pres">
      <dgm:prSet presAssocID="{4EA670FC-9F32-49D9-968B-38DC05C2B809}" presName="accent_3" presStyleCnt="0"/>
      <dgm:spPr/>
    </dgm:pt>
    <dgm:pt modelId="{C962CD7B-5A29-453C-A2E9-0B4CE2F28731}" type="pres">
      <dgm:prSet presAssocID="{4EA670FC-9F32-49D9-968B-38DC05C2B809}" presName="accentRepeatNode" presStyleLbl="solidFgAcc1" presStyleIdx="2" presStyleCnt="6"/>
      <dgm:spPr/>
    </dgm:pt>
    <dgm:pt modelId="{2FC7B7A8-FAF1-4A72-B6DA-67E3E6D25DD7}" type="pres">
      <dgm:prSet presAssocID="{DD8FED6D-4DE3-4BA5-B6AA-2EAB38675ACC}" presName="text_4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CBD507-BD1E-42A4-AF2A-C1174ED3E16C}" type="pres">
      <dgm:prSet presAssocID="{DD8FED6D-4DE3-4BA5-B6AA-2EAB38675ACC}" presName="accent_4" presStyleCnt="0"/>
      <dgm:spPr/>
    </dgm:pt>
    <dgm:pt modelId="{F9B06B83-F719-4A8D-A140-0350B1CCFECF}" type="pres">
      <dgm:prSet presAssocID="{DD8FED6D-4DE3-4BA5-B6AA-2EAB38675ACC}" presName="accentRepeatNode" presStyleLbl="solidFgAcc1" presStyleIdx="3" presStyleCnt="6"/>
      <dgm:spPr/>
    </dgm:pt>
    <dgm:pt modelId="{1C8FC90E-0386-41C2-8CD9-BB432B12012A}" type="pres">
      <dgm:prSet presAssocID="{2520206F-35C2-43FF-88B6-2B132124F796}" presName="text_5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1A5DD3-B404-4E8A-B4A2-85307E16C4C1}" type="pres">
      <dgm:prSet presAssocID="{2520206F-35C2-43FF-88B6-2B132124F796}" presName="accent_5" presStyleCnt="0"/>
      <dgm:spPr/>
    </dgm:pt>
    <dgm:pt modelId="{79BB8AAE-8D52-403B-89A6-7F6C0210842A}" type="pres">
      <dgm:prSet presAssocID="{2520206F-35C2-43FF-88B6-2B132124F796}" presName="accentRepeatNode" presStyleLbl="solidFgAcc1" presStyleIdx="4" presStyleCnt="6"/>
      <dgm:spPr/>
    </dgm:pt>
    <dgm:pt modelId="{5E58CFEE-C9DB-4A96-815B-00A3BF271A83}" type="pres">
      <dgm:prSet presAssocID="{BB65C958-9A79-40F1-BE3D-003A90C07322}" presName="text_6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746BB3-3DD8-4C6A-B121-2CFC1898E631}" type="pres">
      <dgm:prSet presAssocID="{BB65C958-9A79-40F1-BE3D-003A90C07322}" presName="accent_6" presStyleCnt="0"/>
      <dgm:spPr/>
    </dgm:pt>
    <dgm:pt modelId="{7C9DD575-F6D6-4FFE-9242-791573AC1AA7}" type="pres">
      <dgm:prSet presAssocID="{BB65C958-9A79-40F1-BE3D-003A90C07322}" presName="accentRepeatNode" presStyleLbl="solidFgAcc1" presStyleIdx="5" presStyleCnt="6"/>
      <dgm:spPr/>
    </dgm:pt>
  </dgm:ptLst>
  <dgm:cxnLst>
    <dgm:cxn modelId="{2D77069C-ACED-4BAE-A616-F1A8DABB69A0}" type="presOf" srcId="{5F160615-57BD-4808-9C55-0E273DBF5121}" destId="{AE69121E-AE68-4309-9E1C-E91B62DECB34}" srcOrd="0" destOrd="0" presId="urn:microsoft.com/office/officeart/2008/layout/VerticalCurvedList"/>
    <dgm:cxn modelId="{8CF15F86-CBD9-4053-81AA-C546642B2E97}" srcId="{5F160615-57BD-4808-9C55-0E273DBF5121}" destId="{DD8FED6D-4DE3-4BA5-B6AA-2EAB38675ACC}" srcOrd="3" destOrd="0" parTransId="{81B29A01-5E01-4F15-AD3A-5928A6F99B30}" sibTransId="{39DF90B8-5EBC-44CC-BBD9-6A06635A5F4D}"/>
    <dgm:cxn modelId="{18DF1578-3506-449F-AC1C-F723FA3D29F2}" type="presOf" srcId="{DD8FED6D-4DE3-4BA5-B6AA-2EAB38675ACC}" destId="{2FC7B7A8-FAF1-4A72-B6DA-67E3E6D25DD7}" srcOrd="0" destOrd="0" presId="urn:microsoft.com/office/officeart/2008/layout/VerticalCurvedList"/>
    <dgm:cxn modelId="{FC61E900-FF77-4793-86A2-5524AADC634E}" srcId="{5F160615-57BD-4808-9C55-0E273DBF5121}" destId="{2520206F-35C2-43FF-88B6-2B132124F796}" srcOrd="4" destOrd="0" parTransId="{AE26D6F2-9BEE-4749-81ED-EE3D28CD7886}" sibTransId="{B24C4FC1-1B71-421E-A48D-D5F95F2EC694}"/>
    <dgm:cxn modelId="{183C2BB5-BCE4-4CC7-B406-9E3500FE0F1D}" type="presOf" srcId="{BB65C958-9A79-40F1-BE3D-003A90C07322}" destId="{5E58CFEE-C9DB-4A96-815B-00A3BF271A83}" srcOrd="0" destOrd="0" presId="urn:microsoft.com/office/officeart/2008/layout/VerticalCurvedList"/>
    <dgm:cxn modelId="{CA098EFB-6CA1-464C-9ADE-6DE33516F429}" type="presOf" srcId="{2520206F-35C2-43FF-88B6-2B132124F796}" destId="{1C8FC90E-0386-41C2-8CD9-BB432B12012A}" srcOrd="0" destOrd="0" presId="urn:microsoft.com/office/officeart/2008/layout/VerticalCurvedList"/>
    <dgm:cxn modelId="{4212C187-31FB-40F4-8498-5CFEFF240985}" srcId="{5F160615-57BD-4808-9C55-0E273DBF5121}" destId="{4EA670FC-9F32-49D9-968B-38DC05C2B809}" srcOrd="2" destOrd="0" parTransId="{580CD902-DC5F-4B99-ABB2-A809F1F8B6C0}" sibTransId="{5763F998-40FD-460C-8522-D26A1D59F7CB}"/>
    <dgm:cxn modelId="{822F8A50-8214-4799-8198-B5EFD92D7EAF}" srcId="{5F160615-57BD-4808-9C55-0E273DBF5121}" destId="{A6A6DCB5-5CC6-4186-9A98-BFC9E8389880}" srcOrd="0" destOrd="0" parTransId="{FF587F3E-0489-4695-9318-474471C1B18B}" sibTransId="{CB0D3516-5E9F-41D5-95E4-A0BE7B80B991}"/>
    <dgm:cxn modelId="{8C2132D4-67B9-4C47-BBBE-1F0971335068}" type="presOf" srcId="{2165AF6C-ECA4-4DD3-9D2C-6CFBF72DD999}" destId="{44D07EEB-DCB6-4B0A-861A-B8AB3A89DF0D}" srcOrd="0" destOrd="0" presId="urn:microsoft.com/office/officeart/2008/layout/VerticalCurvedList"/>
    <dgm:cxn modelId="{FC9EF614-2D3E-40FE-BF15-69400DECD2BC}" type="presOf" srcId="{4EA670FC-9F32-49D9-968B-38DC05C2B809}" destId="{41BAA0E9-94B3-4B27-B6C9-FACCDA7CAE79}" srcOrd="0" destOrd="0" presId="urn:microsoft.com/office/officeart/2008/layout/VerticalCurvedList"/>
    <dgm:cxn modelId="{CF3F42EF-EBE8-440F-A6BE-58B49FA33E68}" type="presOf" srcId="{CB0D3516-5E9F-41D5-95E4-A0BE7B80B991}" destId="{267FFF12-ACB9-4B59-A806-5E6140FFDE21}" srcOrd="0" destOrd="0" presId="urn:microsoft.com/office/officeart/2008/layout/VerticalCurvedList"/>
    <dgm:cxn modelId="{32A39B0C-6F06-4016-A6E1-B12026B5D498}" srcId="{5F160615-57BD-4808-9C55-0E273DBF5121}" destId="{2165AF6C-ECA4-4DD3-9D2C-6CFBF72DD999}" srcOrd="1" destOrd="0" parTransId="{AD3CE002-DB61-467B-94F2-3C01F38329AC}" sibTransId="{45AC6EA8-4715-438B-8B0E-08C631C92C22}"/>
    <dgm:cxn modelId="{3B1F6F60-EB13-4B95-9C3C-322C277DA52E}" type="presOf" srcId="{A6A6DCB5-5CC6-4186-9A98-BFC9E8389880}" destId="{1F4E37E4-0930-4FD0-A631-4F3B647F696C}" srcOrd="0" destOrd="0" presId="urn:microsoft.com/office/officeart/2008/layout/VerticalCurvedList"/>
    <dgm:cxn modelId="{BCE4BCEC-D63F-497E-BD7B-79A3E89CE769}" srcId="{5F160615-57BD-4808-9C55-0E273DBF5121}" destId="{BB65C958-9A79-40F1-BE3D-003A90C07322}" srcOrd="5" destOrd="0" parTransId="{A1BE4089-707A-4F18-8876-065D3306337B}" sibTransId="{DE5CDC38-EDCA-47A4-84E0-A48116A5AC58}"/>
    <dgm:cxn modelId="{3E8C39BC-8951-4922-8803-DCC7A6FAF455}" type="presParOf" srcId="{AE69121E-AE68-4309-9E1C-E91B62DECB34}" destId="{7899ACBA-77CC-4DF1-86FC-0CD6320FD1B6}" srcOrd="0" destOrd="0" presId="urn:microsoft.com/office/officeart/2008/layout/VerticalCurvedList"/>
    <dgm:cxn modelId="{BBE8DC71-4CF5-4D4C-9397-461024D2D6D7}" type="presParOf" srcId="{7899ACBA-77CC-4DF1-86FC-0CD6320FD1B6}" destId="{EC54362B-E2FE-4C1C-815E-5901A0E95EF4}" srcOrd="0" destOrd="0" presId="urn:microsoft.com/office/officeart/2008/layout/VerticalCurvedList"/>
    <dgm:cxn modelId="{CBEC5751-7CA4-4AA8-9E1B-7E60B463F5D4}" type="presParOf" srcId="{EC54362B-E2FE-4C1C-815E-5901A0E95EF4}" destId="{750F7DDF-99B0-4C19-8827-DAF0D163ACD6}" srcOrd="0" destOrd="0" presId="urn:microsoft.com/office/officeart/2008/layout/VerticalCurvedList"/>
    <dgm:cxn modelId="{1DA029A9-E022-4887-9331-4E82B63B0D02}" type="presParOf" srcId="{EC54362B-E2FE-4C1C-815E-5901A0E95EF4}" destId="{267FFF12-ACB9-4B59-A806-5E6140FFDE21}" srcOrd="1" destOrd="0" presId="urn:microsoft.com/office/officeart/2008/layout/VerticalCurvedList"/>
    <dgm:cxn modelId="{0C9722BF-4952-4691-8D5B-444C43B203AE}" type="presParOf" srcId="{EC54362B-E2FE-4C1C-815E-5901A0E95EF4}" destId="{E2B042E2-45DC-47F1-AA6F-7246BCE96CE9}" srcOrd="2" destOrd="0" presId="urn:microsoft.com/office/officeart/2008/layout/VerticalCurvedList"/>
    <dgm:cxn modelId="{E22A8589-EDA6-44D8-BF8D-AEFDBEC71DA7}" type="presParOf" srcId="{EC54362B-E2FE-4C1C-815E-5901A0E95EF4}" destId="{19AD01CB-6131-4FD6-9C18-0A89AE768B2F}" srcOrd="3" destOrd="0" presId="urn:microsoft.com/office/officeart/2008/layout/VerticalCurvedList"/>
    <dgm:cxn modelId="{9C6FEDC6-140A-45BB-B671-98A47EED4572}" type="presParOf" srcId="{7899ACBA-77CC-4DF1-86FC-0CD6320FD1B6}" destId="{1F4E37E4-0930-4FD0-A631-4F3B647F696C}" srcOrd="1" destOrd="0" presId="urn:microsoft.com/office/officeart/2008/layout/VerticalCurvedList"/>
    <dgm:cxn modelId="{13089543-23CE-4BEF-9A79-00E7350A4215}" type="presParOf" srcId="{7899ACBA-77CC-4DF1-86FC-0CD6320FD1B6}" destId="{9DC78700-3DD4-4104-90CB-381D0B04AA94}" srcOrd="2" destOrd="0" presId="urn:microsoft.com/office/officeart/2008/layout/VerticalCurvedList"/>
    <dgm:cxn modelId="{0A5BD48F-B657-427E-AC92-4D8A25C64671}" type="presParOf" srcId="{9DC78700-3DD4-4104-90CB-381D0B04AA94}" destId="{31193447-B8E2-4473-92BF-A6FB854E02DC}" srcOrd="0" destOrd="0" presId="urn:microsoft.com/office/officeart/2008/layout/VerticalCurvedList"/>
    <dgm:cxn modelId="{1197FFD8-128F-4876-B231-C769A010D7F9}" type="presParOf" srcId="{7899ACBA-77CC-4DF1-86FC-0CD6320FD1B6}" destId="{44D07EEB-DCB6-4B0A-861A-B8AB3A89DF0D}" srcOrd="3" destOrd="0" presId="urn:microsoft.com/office/officeart/2008/layout/VerticalCurvedList"/>
    <dgm:cxn modelId="{40963614-CBEA-4DD0-B4C4-26E7619BFAEF}" type="presParOf" srcId="{7899ACBA-77CC-4DF1-86FC-0CD6320FD1B6}" destId="{4FBDDAD1-C6CC-48C6-8603-99D9D90A191B}" srcOrd="4" destOrd="0" presId="urn:microsoft.com/office/officeart/2008/layout/VerticalCurvedList"/>
    <dgm:cxn modelId="{20B2876A-7087-4210-99EF-E352025B74F1}" type="presParOf" srcId="{4FBDDAD1-C6CC-48C6-8603-99D9D90A191B}" destId="{0958E9C1-0474-40E7-ACC9-C4BFB2AAF96B}" srcOrd="0" destOrd="0" presId="urn:microsoft.com/office/officeart/2008/layout/VerticalCurvedList"/>
    <dgm:cxn modelId="{9DACC860-4FC5-4405-8F3B-CA071C775EF1}" type="presParOf" srcId="{7899ACBA-77CC-4DF1-86FC-0CD6320FD1B6}" destId="{41BAA0E9-94B3-4B27-B6C9-FACCDA7CAE79}" srcOrd="5" destOrd="0" presId="urn:microsoft.com/office/officeart/2008/layout/VerticalCurvedList"/>
    <dgm:cxn modelId="{064C9B23-1067-43FC-BB8C-F4DCAFEBCD29}" type="presParOf" srcId="{7899ACBA-77CC-4DF1-86FC-0CD6320FD1B6}" destId="{0D193FDB-FFB6-459D-BCC7-1588B2FF1FEB}" srcOrd="6" destOrd="0" presId="urn:microsoft.com/office/officeart/2008/layout/VerticalCurvedList"/>
    <dgm:cxn modelId="{22693B09-5317-40A4-908F-1F4C28F8F047}" type="presParOf" srcId="{0D193FDB-FFB6-459D-BCC7-1588B2FF1FEB}" destId="{C962CD7B-5A29-453C-A2E9-0B4CE2F28731}" srcOrd="0" destOrd="0" presId="urn:microsoft.com/office/officeart/2008/layout/VerticalCurvedList"/>
    <dgm:cxn modelId="{E030C0C4-CDD7-4243-B1CE-42A3EF830B6F}" type="presParOf" srcId="{7899ACBA-77CC-4DF1-86FC-0CD6320FD1B6}" destId="{2FC7B7A8-FAF1-4A72-B6DA-67E3E6D25DD7}" srcOrd="7" destOrd="0" presId="urn:microsoft.com/office/officeart/2008/layout/VerticalCurvedList"/>
    <dgm:cxn modelId="{6AAB8AC8-D52D-4348-A629-4A034255CD20}" type="presParOf" srcId="{7899ACBA-77CC-4DF1-86FC-0CD6320FD1B6}" destId="{87CBD507-BD1E-42A4-AF2A-C1174ED3E16C}" srcOrd="8" destOrd="0" presId="urn:microsoft.com/office/officeart/2008/layout/VerticalCurvedList"/>
    <dgm:cxn modelId="{CC6961F2-8043-4C6B-A0AD-F48D2FDD657D}" type="presParOf" srcId="{87CBD507-BD1E-42A4-AF2A-C1174ED3E16C}" destId="{F9B06B83-F719-4A8D-A140-0350B1CCFECF}" srcOrd="0" destOrd="0" presId="urn:microsoft.com/office/officeart/2008/layout/VerticalCurvedList"/>
    <dgm:cxn modelId="{F613CBA6-AF60-4734-8497-0715413F9EAE}" type="presParOf" srcId="{7899ACBA-77CC-4DF1-86FC-0CD6320FD1B6}" destId="{1C8FC90E-0386-41C2-8CD9-BB432B12012A}" srcOrd="9" destOrd="0" presId="urn:microsoft.com/office/officeart/2008/layout/VerticalCurvedList"/>
    <dgm:cxn modelId="{0DB355D7-8AE8-438B-AA9E-30BF1BC91A1D}" type="presParOf" srcId="{7899ACBA-77CC-4DF1-86FC-0CD6320FD1B6}" destId="{BB1A5DD3-B404-4E8A-B4A2-85307E16C4C1}" srcOrd="10" destOrd="0" presId="urn:microsoft.com/office/officeart/2008/layout/VerticalCurvedList"/>
    <dgm:cxn modelId="{4DC57BC1-7E1F-4B3A-8A15-AAC48A025E30}" type="presParOf" srcId="{BB1A5DD3-B404-4E8A-B4A2-85307E16C4C1}" destId="{79BB8AAE-8D52-403B-89A6-7F6C0210842A}" srcOrd="0" destOrd="0" presId="urn:microsoft.com/office/officeart/2008/layout/VerticalCurvedList"/>
    <dgm:cxn modelId="{548F648C-5A40-4B19-B205-7D1CA779DE7E}" type="presParOf" srcId="{7899ACBA-77CC-4DF1-86FC-0CD6320FD1B6}" destId="{5E58CFEE-C9DB-4A96-815B-00A3BF271A83}" srcOrd="11" destOrd="0" presId="urn:microsoft.com/office/officeart/2008/layout/VerticalCurvedList"/>
    <dgm:cxn modelId="{9650E24E-F522-4861-8255-6927B252AA16}" type="presParOf" srcId="{7899ACBA-77CC-4DF1-86FC-0CD6320FD1B6}" destId="{FA746BB3-3DD8-4C6A-B121-2CFC1898E631}" srcOrd="12" destOrd="0" presId="urn:microsoft.com/office/officeart/2008/layout/VerticalCurvedList"/>
    <dgm:cxn modelId="{6C3CECF7-2496-4840-965E-1ACAC662ACAA}" type="presParOf" srcId="{FA746BB3-3DD8-4C6A-B121-2CFC1898E631}" destId="{7C9DD575-F6D6-4FFE-9242-791573AC1AA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C280D0-C539-4646-A4D7-CA8E6E658332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C98930-5B10-49D4-B05E-8FC674BD529A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Revenue	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BD8D2170-F977-4F7B-B067-B4726E5D220E}" type="parTrans" cxnId="{98375B93-66E1-410E-908D-F9D4614646A1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C6A738D0-FF79-45DB-AE96-DBF21C75453C}" type="sibTrans" cxnId="{98375B93-66E1-410E-908D-F9D4614646A1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7ACF5322-823A-44D2-828E-451C8204C1BD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</a:t>
          </a:r>
          <a:r>
            <a:rPr lang="en-US" baseline="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 Revenue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DC65EAE9-07B3-4B2B-A15F-8C67FA8C6057}" type="parTrans" cxnId="{BEBDFD0C-A046-4647-BEBB-C0070C2EBE7A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C2F5C482-03E1-40D8-A1B9-3F21F487FD60}" type="sibTrans" cxnId="{BEBDFD0C-A046-4647-BEBB-C0070C2EBE7A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FB6DA3A3-6BE7-4550-BFE0-FE4E10CBD02F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 Order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2B232486-0100-4DCE-A4E9-005455E6F618}" type="parTrans" cxnId="{7C526D9A-7ADB-426B-9B85-8EF588DFAD74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FE59DDE6-FDCB-4E60-A851-35F14643A09A}" type="sibTrans" cxnId="{7C526D9A-7ADB-426B-9B85-8EF588DFAD74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35A06455-B693-4272-A93D-E8C304A88081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Order Value</a:t>
          </a:r>
        </a:p>
      </dgm:t>
    </dgm:pt>
    <dgm:pt modelId="{31FE7084-BA46-4AC7-BABE-1CE81C527468}" type="parTrans" cxnId="{649377D4-4F8A-43D8-AD86-61E44A18E69E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217CA8FE-FCEC-49A1-AECD-56379FE155A0}" type="sibTrans" cxnId="{649377D4-4F8A-43D8-AD86-61E44A18E69E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893FE7B1-143C-4EB1-A5B2-9E1ED5CA0DD6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Customer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132889F4-8742-425F-8D4B-9917CA2DE39C}" type="parTrans" cxnId="{4448D0C1-FC39-46F1-96D2-A147D3C5A95F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5E2EF4FD-E127-4F3F-8CC8-A6F8C6A9B164}" type="sibTrans" cxnId="{4448D0C1-FC39-46F1-96D2-A147D3C5A95F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50402EA3-8E8E-4B01-8FA0-22ED4E8D23F5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 Customer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8C72A435-56CB-4C5B-B823-579FB1BB58C5}" type="parTrans" cxnId="{95E78B56-98CB-46D2-9573-33ED88D1BFF8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818B7F67-33DE-43A5-AEB2-00B7D023D9AA}" type="sibTrans" cxnId="{95E78B56-98CB-46D2-9573-33ED88D1BFF8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BB3C8F0C-216F-40A4-8F8A-BB42CC12EF3B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 Order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B0481AEB-FDD3-4D4D-A736-FD2A74FBED7D}" type="parTrans" cxnId="{F63AA3DA-85C5-40E7-8D4C-91D6B2FEFBF8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0D904908-8723-497A-83BA-FF2395C1874B}" type="sibTrans" cxnId="{F63AA3DA-85C5-40E7-8D4C-91D6B2FEFBF8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7BA07F59-2288-4321-AD3A-ED27B37F713E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Order Value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C69BA64D-37C0-4145-A539-46E6F6788083}" type="parTrans" cxnId="{8C8B7424-5B3E-4D1A-AD7F-46BA3C0DD1F6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9CCCD051-CB83-473B-A7CF-95F04429B63D}" type="sibTrans" cxnId="{8C8B7424-5B3E-4D1A-AD7F-46BA3C0DD1F6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C2C9B568-D4D2-4799-AA83-2C2C67075AD8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Seller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FE380AC5-3CE7-4E53-9C24-95ABD131C1EC}" type="sibTrans" cxnId="{68B20EDF-C2F9-4258-B0B1-9990CA523836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A444F93F-C1D6-468E-82EC-37DDFA5322EB}" type="parTrans" cxnId="{68B20EDF-C2F9-4258-B0B1-9990CA523836}">
      <dgm:prSet/>
      <dgm:spPr/>
      <dgm:t>
        <a:bodyPr/>
        <a:lstStyle/>
        <a:p>
          <a:endParaRPr lang="en-US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CDEA2D62-6662-4372-94C1-0EDE338B47A5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 Customer by City</a:t>
          </a:r>
        </a:p>
      </dgm:t>
    </dgm:pt>
    <dgm:pt modelId="{FB65198B-5AE3-437C-B04F-EF7E39E4F3C0}" type="parTrans" cxnId="{A8E9D710-34F3-4BC5-B48F-21F4A7DB64B2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8B413F7B-61CC-42B4-B7FD-7EBAE5C62C30}" type="sibTrans" cxnId="{A8E9D710-34F3-4BC5-B48F-21F4A7DB64B2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21F0D90A-604F-424E-A904-06F5C056E2F8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Revenue by City</a:t>
          </a:r>
        </a:p>
      </dgm:t>
    </dgm:pt>
    <dgm:pt modelId="{CF5F58C9-345C-480B-A0FB-0FE909E1E431}" type="parTrans" cxnId="{CA736070-44E1-42C6-A49F-7DEB6EAD60A5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03C38B61-849A-4F7F-A72D-32C9C0E7FC35}" type="sibTrans" cxnId="{CA736070-44E1-42C6-A49F-7DEB6EAD60A5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2C304922-7983-41D7-8D08-16238BE9800C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Revenue by Category</a:t>
          </a:r>
        </a:p>
      </dgm:t>
    </dgm:pt>
    <dgm:pt modelId="{E21CA7CF-2834-427C-B846-654C2CEE9473}" type="parTrans" cxnId="{C12EC9F1-8BCA-470B-AB98-C141021031CF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B1E6E514-5CCD-4250-AFF6-87C0E13F39E5}" type="sibTrans" cxnId="{C12EC9F1-8BCA-470B-AB98-C141021031CF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AC98C6D1-4392-4DAB-9609-0604C5ADFF8F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review score</a:t>
          </a:r>
        </a:p>
      </dgm:t>
    </dgm:pt>
    <dgm:pt modelId="{11B625D8-CD5B-4E6A-B812-58B45428CAA0}" type="parTrans" cxnId="{62D530A9-8B2B-4E81-9DDF-C14B659E0BF0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17C67B33-B233-4094-9A15-05BBB7F4B0E4}" type="sibTrans" cxnId="{62D530A9-8B2B-4E81-9DDF-C14B659E0BF0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D5C0EBE4-06A4-490A-A4B7-6FEDADAD5CB8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Review Count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75A428BC-C846-4F53-8E04-FD6D2D64C260}" type="parTrans" cxnId="{4570C549-A95E-48AD-B7C3-8DE9DDDAEF6E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70B3255A-2123-412B-A759-20EE54BFE0B5}" type="sibTrans" cxnId="{4570C549-A95E-48AD-B7C3-8DE9DDDAEF6E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D0BD90C1-1C6E-4AA8-B62F-03FB9911B94B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 Seller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F8B7A0F2-5D4C-4FE2-BCCD-84E95B876CA8}" type="parTrans" cxnId="{33E4B797-7C1D-44F5-A69B-6A1FA0FC0AF3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2DE9C383-C619-422C-96C2-98B61A46606F}" type="sibTrans" cxnId="{33E4B797-7C1D-44F5-A69B-6A1FA0FC0AF3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9C6CA0BB-D78C-4E5E-8B2D-73EC286B7920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Revenue per Seller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6133CD3B-D4AA-482D-B17E-85321619176B}" type="parTrans" cxnId="{91191E81-CA3E-42F4-A981-A5ECB1D6225B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90551DC7-2385-4F8D-A263-A76D4B87A703}" type="sibTrans" cxnId="{91191E81-CA3E-42F4-A981-A5ECB1D6225B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6B6E8496-A089-4611-90F1-899BCCFBE790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Order Count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CFB9AA30-16FC-45FE-893F-9C4475C34ABB}" type="parTrans" cxnId="{25A15740-C97E-4A6F-98F0-D249C5F937FD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C80E162F-241A-439B-97BA-0B6D536940F3}" type="sibTrans" cxnId="{25A15740-C97E-4A6F-98F0-D249C5F937FD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6E2DA18C-27C2-4997-8471-7F3D6D020757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 Product Count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DCDB8DEC-DF59-44E4-9BF6-1380EAB0713B}" type="parTrans" cxnId="{663841CA-2ADD-45A1-A560-F122ABE3CFA8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89CD8CB8-4096-48EF-A3B0-9C495C4E9851}" type="sibTrans" cxnId="{663841CA-2ADD-45A1-A560-F122ABE3CFA8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A6596B03-2C65-495D-A384-B590F6954EC0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Logistic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D0C350B4-EBF8-412A-9627-45D2281BB3EA}" type="parTrans" cxnId="{F7AD78B0-6019-4064-B0C9-14463CEB998E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190ACA92-6142-4D04-B336-F06E8FB22C72}" type="sibTrans" cxnId="{F7AD78B0-6019-4064-B0C9-14463CEB998E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8326ABAE-139A-4699-9698-D3B1C0A215EA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 Freight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8D43ED01-2B40-44ED-A46F-92AEB8AA4FB8}" type="parTrans" cxnId="{9F53722D-C480-49D8-BE71-12A5D4D0FBFF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CD789D66-3000-41F1-87F1-3776E480F8CD}" type="sibTrans" cxnId="{9F53722D-C480-49D8-BE71-12A5D4D0FBFF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1B127141-902D-4BAB-8374-72B835AA8DA4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Freight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8E81E47A-0758-4366-AEDF-7F100AB7F16C}" type="parTrans" cxnId="{70009423-E85B-443D-BF0C-137262A11CFB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D475D9ED-2ABE-426E-A210-BAEAC171F489}" type="sibTrans" cxnId="{70009423-E85B-443D-BF0C-137262A11CFB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374F6789-4C91-4DDF-91F1-F2EF30D50AC6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On-time Delivery Rate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BEA46C9A-8049-4787-BE10-12FDB754DD49}" type="parTrans" cxnId="{335A6978-FEFB-4D42-A009-768D1C906360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D423A9F8-C542-41B6-8E43-E8B9ECF273B9}" type="sibTrans" cxnId="{335A6978-FEFB-4D42-A009-768D1C906360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E394BCF7-6451-43D8-8CC1-8789438825E7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Days to Delivery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C21DDE6F-F086-47D0-A55B-197443E18F53}" type="parTrans" cxnId="{2EB4C840-670F-4853-ABA5-E90C4BE1BC27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2EB62E86-A128-4B44-86C3-FB3D209E66DF}" type="sibTrans" cxnId="{2EB4C840-670F-4853-ABA5-E90C4BE1BC27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690EE44A-C949-46E1-B1A0-E8D659AFF28B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On-time Rate by Month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60F33F23-4790-42D6-9FAB-88E99DC9F155}" type="parTrans" cxnId="{E3F55A39-2284-4826-BEF8-18316F6A99FA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5DFB0A08-D402-4F41-A3AD-78D17DE9970A}" type="sibTrans" cxnId="{E3F55A39-2284-4826-BEF8-18316F6A99FA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F39BB8AD-D711-4BBF-9B09-3C317E7D95D7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Revenue by Month</a:t>
          </a:r>
        </a:p>
      </dgm:t>
    </dgm:pt>
    <dgm:pt modelId="{6EFB7E5B-CFFD-4B13-929B-24F8C056E3B6}" type="parTrans" cxnId="{BE09BECC-7C49-43ED-8BB0-FF2C2A5CD8A5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DB1AFC13-4037-4E00-92A6-C9AEFB46D219}" type="sibTrans" cxnId="{BE09BECC-7C49-43ED-8BB0-FF2C2A5CD8A5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BF6B65BB-9B7D-44E6-8EB9-BFD36A82E691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Repeat Rate</a:t>
          </a:r>
        </a:p>
      </dgm:t>
    </dgm:pt>
    <dgm:pt modelId="{E7914E73-1E58-4BDD-9722-1B0A30CF7582}" type="parTrans" cxnId="{580B26E3-3BBC-4371-BC5C-29E6250864E8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C4B36EA3-41B7-4B46-9ACE-273A4805961A}" type="sibTrans" cxnId="{580B26E3-3BBC-4371-BC5C-29E6250864E8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C8C4156A-CE74-4F94-B572-FF992F22514B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Review Ccore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6118284B-EC2E-46B8-8379-80C0EE1FDDA6}" type="parTrans" cxnId="{60B22426-0280-4EF3-BFD8-FF81652AC612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0F1FA086-982A-41EE-9319-5A4964DAD76F}" type="sibTrans" cxnId="{60B22426-0280-4EF3-BFD8-FF81652AC612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DEF98CF2-0184-49BD-8362-ADA9B78BEBC7}">
      <dgm:prSet phldrT="[Text]"/>
      <dgm:spPr/>
      <dgm:t>
        <a:bodyPr/>
        <a:lstStyle/>
        <a:p>
          <a:r>
            <a:rPr lang="en-US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Order Status Rate</a:t>
          </a:r>
          <a:endParaRPr lang="en-US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8E457940-69FB-4BE4-94DD-77CCA44E8F5C}" type="parTrans" cxnId="{A09AC0B5-0D1C-4BA2-812C-2011D93A7973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C05BFA08-9823-423C-8C52-FA2E0136D7DE}" type="sibTrans" cxnId="{A09AC0B5-0D1C-4BA2-812C-2011D93A7973}">
      <dgm:prSet/>
      <dgm:spPr/>
      <dgm:t>
        <a:bodyPr/>
        <a:lstStyle/>
        <a:p>
          <a:endParaRPr lang="en-US">
            <a:solidFill>
              <a:srgbClr val="FFC000"/>
            </a:solidFill>
          </a:endParaRPr>
        </a:p>
      </dgm:t>
    </dgm:pt>
    <dgm:pt modelId="{BB851905-C2D5-4CA2-ADEC-6F54C310A0A3}" type="pres">
      <dgm:prSet presAssocID="{57C280D0-C539-4646-A4D7-CA8E6E658332}" presName="layout" presStyleCnt="0">
        <dgm:presLayoutVars>
          <dgm:chMax/>
          <dgm:chPref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F698C5B0-73FD-4E1F-926F-F073275078F7}" type="pres">
      <dgm:prSet presAssocID="{53C98930-5B10-49D4-B05E-8FC674BD529A}" presName="root" presStyleCnt="0">
        <dgm:presLayoutVars>
          <dgm:chMax/>
          <dgm:chPref/>
        </dgm:presLayoutVars>
      </dgm:prSet>
      <dgm:spPr/>
    </dgm:pt>
    <dgm:pt modelId="{D0D60DFB-E54C-4C1C-85AD-40B4F9B7B641}" type="pres">
      <dgm:prSet presAssocID="{53C98930-5B10-49D4-B05E-8FC674BD529A}" presName="rootComposite" presStyleCnt="0">
        <dgm:presLayoutVars/>
      </dgm:prSet>
      <dgm:spPr/>
    </dgm:pt>
    <dgm:pt modelId="{3DE79C2F-0703-4DA2-90DE-D21175A766E6}" type="pres">
      <dgm:prSet presAssocID="{53C98930-5B10-49D4-B05E-8FC674BD529A}" presName="ParentAccent" presStyleLbl="alignNode1" presStyleIdx="0" presStyleCnt="4"/>
      <dgm:spPr/>
    </dgm:pt>
    <dgm:pt modelId="{54A90DC6-E218-48E7-BDF0-6FCF00652A3E}" type="pres">
      <dgm:prSet presAssocID="{53C98930-5B10-49D4-B05E-8FC674BD529A}" presName="ParentSmallAccent" presStyleLbl="fgAcc1" presStyleIdx="0" presStyleCnt="4"/>
      <dgm:spPr/>
    </dgm:pt>
    <dgm:pt modelId="{8C90B014-71D5-4BFE-BBD9-52FD3E375392}" type="pres">
      <dgm:prSet presAssocID="{53C98930-5B10-49D4-B05E-8FC674BD529A}" presName="Parent" presStyleLbl="revTx" presStyleIdx="0" presStyleCnt="28">
        <dgm:presLayoutVars>
          <dgm:chMax/>
          <dgm:chPref val="4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349001-C474-4D20-B01E-81CDE19F2C4E}" type="pres">
      <dgm:prSet presAssocID="{53C98930-5B10-49D4-B05E-8FC674BD529A}" presName="childShape" presStyleCnt="0">
        <dgm:presLayoutVars>
          <dgm:chMax val="0"/>
          <dgm:chPref val="0"/>
        </dgm:presLayoutVars>
      </dgm:prSet>
      <dgm:spPr/>
    </dgm:pt>
    <dgm:pt modelId="{01333D72-F76D-44F1-A4BC-920EB0D531AE}" type="pres">
      <dgm:prSet presAssocID="{7ACF5322-823A-44D2-828E-451C8204C1BD}" presName="childComposite" presStyleCnt="0">
        <dgm:presLayoutVars>
          <dgm:chMax val="0"/>
          <dgm:chPref val="0"/>
        </dgm:presLayoutVars>
      </dgm:prSet>
      <dgm:spPr/>
    </dgm:pt>
    <dgm:pt modelId="{74783F71-2D1E-4A13-AB39-04B636A99AEF}" type="pres">
      <dgm:prSet presAssocID="{7ACF5322-823A-44D2-828E-451C8204C1BD}" presName="ChildAccent" presStyleLbl="solidFgAcc1" presStyleIdx="0" presStyleCnt="24"/>
      <dgm:spPr/>
    </dgm:pt>
    <dgm:pt modelId="{1CFA993F-29D6-49D4-A8C9-FC0F6168E646}" type="pres">
      <dgm:prSet presAssocID="{7ACF5322-823A-44D2-828E-451C8204C1BD}" presName="Child" presStyleLbl="revTx" presStyleIdx="1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A56661-93BE-4EE5-BCA5-3A52A21EC2F8}" type="pres">
      <dgm:prSet presAssocID="{FB6DA3A3-6BE7-4550-BFE0-FE4E10CBD02F}" presName="childComposite" presStyleCnt="0">
        <dgm:presLayoutVars>
          <dgm:chMax val="0"/>
          <dgm:chPref val="0"/>
        </dgm:presLayoutVars>
      </dgm:prSet>
      <dgm:spPr/>
    </dgm:pt>
    <dgm:pt modelId="{B9ED9010-0F1B-4AAB-A32E-9430695048FF}" type="pres">
      <dgm:prSet presAssocID="{FB6DA3A3-6BE7-4550-BFE0-FE4E10CBD02F}" presName="ChildAccent" presStyleLbl="solidFgAcc1" presStyleIdx="1" presStyleCnt="24"/>
      <dgm:spPr/>
    </dgm:pt>
    <dgm:pt modelId="{CD046AA1-CA0E-4860-A973-CF43A7AB9F43}" type="pres">
      <dgm:prSet presAssocID="{FB6DA3A3-6BE7-4550-BFE0-FE4E10CBD02F}" presName="Child" presStyleLbl="revTx" presStyleIdx="2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FB3060-0495-40C2-9CC5-779496DE1272}" type="pres">
      <dgm:prSet presAssocID="{35A06455-B693-4272-A93D-E8C304A88081}" presName="childComposite" presStyleCnt="0">
        <dgm:presLayoutVars>
          <dgm:chMax val="0"/>
          <dgm:chPref val="0"/>
        </dgm:presLayoutVars>
      </dgm:prSet>
      <dgm:spPr/>
    </dgm:pt>
    <dgm:pt modelId="{6F1B2032-1FEA-4D3D-BC34-B197E2DBC352}" type="pres">
      <dgm:prSet presAssocID="{35A06455-B693-4272-A93D-E8C304A88081}" presName="ChildAccent" presStyleLbl="solidFgAcc1" presStyleIdx="2" presStyleCnt="24"/>
      <dgm:spPr/>
    </dgm:pt>
    <dgm:pt modelId="{BD2D77FC-6FDA-4684-860C-F377DB980DD6}" type="pres">
      <dgm:prSet presAssocID="{35A06455-B693-4272-A93D-E8C304A88081}" presName="Child" presStyleLbl="revTx" presStyleIdx="3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BEB042-E528-49FA-A551-E0F24BE0AA2D}" type="pres">
      <dgm:prSet presAssocID="{21F0D90A-604F-424E-A904-06F5C056E2F8}" presName="childComposite" presStyleCnt="0">
        <dgm:presLayoutVars>
          <dgm:chMax val="0"/>
          <dgm:chPref val="0"/>
        </dgm:presLayoutVars>
      </dgm:prSet>
      <dgm:spPr/>
    </dgm:pt>
    <dgm:pt modelId="{AC77B317-89CD-4F78-A3D1-AC6935BB8D7C}" type="pres">
      <dgm:prSet presAssocID="{21F0D90A-604F-424E-A904-06F5C056E2F8}" presName="ChildAccent" presStyleLbl="solidFgAcc1" presStyleIdx="3" presStyleCnt="24"/>
      <dgm:spPr/>
    </dgm:pt>
    <dgm:pt modelId="{E7F6B2D2-AEA0-4B55-83DA-D2C4D9239B2E}" type="pres">
      <dgm:prSet presAssocID="{21F0D90A-604F-424E-A904-06F5C056E2F8}" presName="Child" presStyleLbl="revTx" presStyleIdx="4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9DD5F9-7235-4EC2-8C4D-7AA07E1FC63C}" type="pres">
      <dgm:prSet presAssocID="{2C304922-7983-41D7-8D08-16238BE9800C}" presName="childComposite" presStyleCnt="0">
        <dgm:presLayoutVars>
          <dgm:chMax val="0"/>
          <dgm:chPref val="0"/>
        </dgm:presLayoutVars>
      </dgm:prSet>
      <dgm:spPr/>
    </dgm:pt>
    <dgm:pt modelId="{9A205D92-C507-41FC-807D-32167675230C}" type="pres">
      <dgm:prSet presAssocID="{2C304922-7983-41D7-8D08-16238BE9800C}" presName="ChildAccent" presStyleLbl="solidFgAcc1" presStyleIdx="4" presStyleCnt="24"/>
      <dgm:spPr/>
    </dgm:pt>
    <dgm:pt modelId="{C81C3ABA-1F93-4D10-99F1-CFF952BF4D40}" type="pres">
      <dgm:prSet presAssocID="{2C304922-7983-41D7-8D08-16238BE9800C}" presName="Child" presStyleLbl="revTx" presStyleIdx="5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474F94-B6AA-4018-9DFC-4FC23CD54FB2}" type="pres">
      <dgm:prSet presAssocID="{F39BB8AD-D711-4BBF-9B09-3C317E7D95D7}" presName="childComposite" presStyleCnt="0">
        <dgm:presLayoutVars>
          <dgm:chMax val="0"/>
          <dgm:chPref val="0"/>
        </dgm:presLayoutVars>
      </dgm:prSet>
      <dgm:spPr/>
    </dgm:pt>
    <dgm:pt modelId="{A1155DD9-F94F-4D90-9588-A8BAC1A18DA8}" type="pres">
      <dgm:prSet presAssocID="{F39BB8AD-D711-4BBF-9B09-3C317E7D95D7}" presName="ChildAccent" presStyleLbl="solidFgAcc1" presStyleIdx="5" presStyleCnt="24"/>
      <dgm:spPr/>
    </dgm:pt>
    <dgm:pt modelId="{1E042207-4394-48D2-B843-00A3C5C6EDEC}" type="pres">
      <dgm:prSet presAssocID="{F39BB8AD-D711-4BBF-9B09-3C317E7D95D7}" presName="Child" presStyleLbl="revTx" presStyleIdx="6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9E1001-46EB-4277-9183-4399D9E89321}" type="pres">
      <dgm:prSet presAssocID="{893FE7B1-143C-4EB1-A5B2-9E1ED5CA0DD6}" presName="root" presStyleCnt="0">
        <dgm:presLayoutVars>
          <dgm:chMax/>
          <dgm:chPref/>
        </dgm:presLayoutVars>
      </dgm:prSet>
      <dgm:spPr/>
    </dgm:pt>
    <dgm:pt modelId="{C2156DA5-5595-4808-B3A9-0475831CC157}" type="pres">
      <dgm:prSet presAssocID="{893FE7B1-143C-4EB1-A5B2-9E1ED5CA0DD6}" presName="rootComposite" presStyleCnt="0">
        <dgm:presLayoutVars/>
      </dgm:prSet>
      <dgm:spPr/>
    </dgm:pt>
    <dgm:pt modelId="{96970A7A-9FE0-4447-B4C5-57A1E7D8B91E}" type="pres">
      <dgm:prSet presAssocID="{893FE7B1-143C-4EB1-A5B2-9E1ED5CA0DD6}" presName="ParentAccent" presStyleLbl="alignNode1" presStyleIdx="1" presStyleCnt="4"/>
      <dgm:spPr/>
    </dgm:pt>
    <dgm:pt modelId="{57C23040-BA3C-41CC-9659-2E800F21FC08}" type="pres">
      <dgm:prSet presAssocID="{893FE7B1-143C-4EB1-A5B2-9E1ED5CA0DD6}" presName="ParentSmallAccent" presStyleLbl="fgAcc1" presStyleIdx="1" presStyleCnt="4"/>
      <dgm:spPr/>
    </dgm:pt>
    <dgm:pt modelId="{677A30B3-B72B-4292-9C32-5CE898C82E8E}" type="pres">
      <dgm:prSet presAssocID="{893FE7B1-143C-4EB1-A5B2-9E1ED5CA0DD6}" presName="Parent" presStyleLbl="revTx" presStyleIdx="7" presStyleCnt="28">
        <dgm:presLayoutVars>
          <dgm:chMax/>
          <dgm:chPref val="4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5D7435-5CB8-4CBE-A4C7-579CE6A9CD55}" type="pres">
      <dgm:prSet presAssocID="{893FE7B1-143C-4EB1-A5B2-9E1ED5CA0DD6}" presName="childShape" presStyleCnt="0">
        <dgm:presLayoutVars>
          <dgm:chMax val="0"/>
          <dgm:chPref val="0"/>
        </dgm:presLayoutVars>
      </dgm:prSet>
      <dgm:spPr/>
    </dgm:pt>
    <dgm:pt modelId="{92C537B4-2F85-484A-B11C-4E4DE40BCD9E}" type="pres">
      <dgm:prSet presAssocID="{50402EA3-8E8E-4B01-8FA0-22ED4E8D23F5}" presName="childComposite" presStyleCnt="0">
        <dgm:presLayoutVars>
          <dgm:chMax val="0"/>
          <dgm:chPref val="0"/>
        </dgm:presLayoutVars>
      </dgm:prSet>
      <dgm:spPr/>
    </dgm:pt>
    <dgm:pt modelId="{73804B27-2ECD-4E07-906B-B22A925BC0BE}" type="pres">
      <dgm:prSet presAssocID="{50402EA3-8E8E-4B01-8FA0-22ED4E8D23F5}" presName="ChildAccent" presStyleLbl="solidFgAcc1" presStyleIdx="6" presStyleCnt="24"/>
      <dgm:spPr/>
    </dgm:pt>
    <dgm:pt modelId="{AD87A0EA-8A7C-4703-B59B-BA96D267EBFC}" type="pres">
      <dgm:prSet presAssocID="{50402EA3-8E8E-4B01-8FA0-22ED4E8D23F5}" presName="Child" presStyleLbl="revTx" presStyleIdx="8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6A7436-E708-4D1E-BE51-33A9EF9F46D1}" type="pres">
      <dgm:prSet presAssocID="{BB3C8F0C-216F-40A4-8F8A-BB42CC12EF3B}" presName="childComposite" presStyleCnt="0">
        <dgm:presLayoutVars>
          <dgm:chMax val="0"/>
          <dgm:chPref val="0"/>
        </dgm:presLayoutVars>
      </dgm:prSet>
      <dgm:spPr/>
    </dgm:pt>
    <dgm:pt modelId="{C6B0EE49-072D-4182-8C4A-CFACFA1B2B83}" type="pres">
      <dgm:prSet presAssocID="{BB3C8F0C-216F-40A4-8F8A-BB42CC12EF3B}" presName="ChildAccent" presStyleLbl="solidFgAcc1" presStyleIdx="7" presStyleCnt="24"/>
      <dgm:spPr/>
    </dgm:pt>
    <dgm:pt modelId="{42B485B5-D9CF-491C-BB08-776CDDC8526B}" type="pres">
      <dgm:prSet presAssocID="{BB3C8F0C-216F-40A4-8F8A-BB42CC12EF3B}" presName="Child" presStyleLbl="revTx" presStyleIdx="9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472960-A98A-4B2B-A02D-1614F52B5223}" type="pres">
      <dgm:prSet presAssocID="{7BA07F59-2288-4321-AD3A-ED27B37F713E}" presName="childComposite" presStyleCnt="0">
        <dgm:presLayoutVars>
          <dgm:chMax val="0"/>
          <dgm:chPref val="0"/>
        </dgm:presLayoutVars>
      </dgm:prSet>
      <dgm:spPr/>
    </dgm:pt>
    <dgm:pt modelId="{93539F0A-064E-4017-9084-D3988A606D7B}" type="pres">
      <dgm:prSet presAssocID="{7BA07F59-2288-4321-AD3A-ED27B37F713E}" presName="ChildAccent" presStyleLbl="solidFgAcc1" presStyleIdx="8" presStyleCnt="24"/>
      <dgm:spPr/>
    </dgm:pt>
    <dgm:pt modelId="{F24282B2-DFBA-40BB-B8BF-FA6E5DE7067B}" type="pres">
      <dgm:prSet presAssocID="{7BA07F59-2288-4321-AD3A-ED27B37F713E}" presName="Child" presStyleLbl="revTx" presStyleIdx="10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88E28F-84C5-4158-B0CA-297D2F50321F}" type="pres">
      <dgm:prSet presAssocID="{CDEA2D62-6662-4372-94C1-0EDE338B47A5}" presName="childComposite" presStyleCnt="0">
        <dgm:presLayoutVars>
          <dgm:chMax val="0"/>
          <dgm:chPref val="0"/>
        </dgm:presLayoutVars>
      </dgm:prSet>
      <dgm:spPr/>
    </dgm:pt>
    <dgm:pt modelId="{9B06E333-B969-419A-B614-EE74AF46F661}" type="pres">
      <dgm:prSet presAssocID="{CDEA2D62-6662-4372-94C1-0EDE338B47A5}" presName="ChildAccent" presStyleLbl="solidFgAcc1" presStyleIdx="9" presStyleCnt="24"/>
      <dgm:spPr/>
    </dgm:pt>
    <dgm:pt modelId="{43FB799B-27D3-43E4-A2E5-2B74C6DB24B2}" type="pres">
      <dgm:prSet presAssocID="{CDEA2D62-6662-4372-94C1-0EDE338B47A5}" presName="Child" presStyleLbl="revTx" presStyleIdx="11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2CEE7A-CCC8-4905-BE68-37F8BDE9483C}" type="pres">
      <dgm:prSet presAssocID="{BF6B65BB-9B7D-44E6-8EB9-BFD36A82E691}" presName="childComposite" presStyleCnt="0">
        <dgm:presLayoutVars>
          <dgm:chMax val="0"/>
          <dgm:chPref val="0"/>
        </dgm:presLayoutVars>
      </dgm:prSet>
      <dgm:spPr/>
    </dgm:pt>
    <dgm:pt modelId="{C3EF68B5-3A27-4544-AB26-19BC9CBE8D21}" type="pres">
      <dgm:prSet presAssocID="{BF6B65BB-9B7D-44E6-8EB9-BFD36A82E691}" presName="ChildAccent" presStyleLbl="solidFgAcc1" presStyleIdx="10" presStyleCnt="24"/>
      <dgm:spPr/>
    </dgm:pt>
    <dgm:pt modelId="{F070F8B7-F832-428F-B254-172592A601C4}" type="pres">
      <dgm:prSet presAssocID="{BF6B65BB-9B7D-44E6-8EB9-BFD36A82E691}" presName="Child" presStyleLbl="revTx" presStyleIdx="12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88B04F-752E-4970-92B6-C7A125380032}" type="pres">
      <dgm:prSet presAssocID="{AC98C6D1-4392-4DAB-9609-0604C5ADFF8F}" presName="childComposite" presStyleCnt="0">
        <dgm:presLayoutVars>
          <dgm:chMax val="0"/>
          <dgm:chPref val="0"/>
        </dgm:presLayoutVars>
      </dgm:prSet>
      <dgm:spPr/>
    </dgm:pt>
    <dgm:pt modelId="{C7CF696F-6D12-4468-99BD-EF822C380D0D}" type="pres">
      <dgm:prSet presAssocID="{AC98C6D1-4392-4DAB-9609-0604C5ADFF8F}" presName="ChildAccent" presStyleLbl="solidFgAcc1" presStyleIdx="11" presStyleCnt="24"/>
      <dgm:spPr/>
    </dgm:pt>
    <dgm:pt modelId="{E4B8B881-1036-466A-A267-E590BCAA47DE}" type="pres">
      <dgm:prSet presAssocID="{AC98C6D1-4392-4DAB-9609-0604C5ADFF8F}" presName="Child" presStyleLbl="revTx" presStyleIdx="13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DB4761-C26D-4B93-802B-766A3FA348A7}" type="pres">
      <dgm:prSet presAssocID="{C2C9B568-D4D2-4799-AA83-2C2C67075AD8}" presName="root" presStyleCnt="0">
        <dgm:presLayoutVars>
          <dgm:chMax/>
          <dgm:chPref/>
        </dgm:presLayoutVars>
      </dgm:prSet>
      <dgm:spPr/>
    </dgm:pt>
    <dgm:pt modelId="{7CC8399D-F12C-4957-8FE7-724E646EEE18}" type="pres">
      <dgm:prSet presAssocID="{C2C9B568-D4D2-4799-AA83-2C2C67075AD8}" presName="rootComposite" presStyleCnt="0">
        <dgm:presLayoutVars/>
      </dgm:prSet>
      <dgm:spPr/>
    </dgm:pt>
    <dgm:pt modelId="{A6493F14-327E-4211-851A-2D810375D8FC}" type="pres">
      <dgm:prSet presAssocID="{C2C9B568-D4D2-4799-AA83-2C2C67075AD8}" presName="ParentAccent" presStyleLbl="alignNode1" presStyleIdx="2" presStyleCnt="4"/>
      <dgm:spPr/>
    </dgm:pt>
    <dgm:pt modelId="{364A843E-C333-4AD2-AA3D-987B14441BC9}" type="pres">
      <dgm:prSet presAssocID="{C2C9B568-D4D2-4799-AA83-2C2C67075AD8}" presName="ParentSmallAccent" presStyleLbl="fgAcc1" presStyleIdx="2" presStyleCnt="4"/>
      <dgm:spPr/>
    </dgm:pt>
    <dgm:pt modelId="{F6B2D970-DD5A-421C-8E8B-85C79EC20AEC}" type="pres">
      <dgm:prSet presAssocID="{C2C9B568-D4D2-4799-AA83-2C2C67075AD8}" presName="Parent" presStyleLbl="revTx" presStyleIdx="14" presStyleCnt="28">
        <dgm:presLayoutVars>
          <dgm:chMax/>
          <dgm:chPref val="4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E260EA-99D0-40F5-AE8B-677AC4197131}" type="pres">
      <dgm:prSet presAssocID="{C2C9B568-D4D2-4799-AA83-2C2C67075AD8}" presName="childShape" presStyleCnt="0">
        <dgm:presLayoutVars>
          <dgm:chMax val="0"/>
          <dgm:chPref val="0"/>
        </dgm:presLayoutVars>
      </dgm:prSet>
      <dgm:spPr/>
    </dgm:pt>
    <dgm:pt modelId="{1ECB7F33-B05A-4737-828B-FDFAFCC8FE62}" type="pres">
      <dgm:prSet presAssocID="{D0BD90C1-1C6E-4AA8-B62F-03FB9911B94B}" presName="childComposite" presStyleCnt="0">
        <dgm:presLayoutVars>
          <dgm:chMax val="0"/>
          <dgm:chPref val="0"/>
        </dgm:presLayoutVars>
      </dgm:prSet>
      <dgm:spPr/>
    </dgm:pt>
    <dgm:pt modelId="{7F9A0E19-3B88-4C54-81EE-51ED865424FC}" type="pres">
      <dgm:prSet presAssocID="{D0BD90C1-1C6E-4AA8-B62F-03FB9911B94B}" presName="ChildAccent" presStyleLbl="solidFgAcc1" presStyleIdx="12" presStyleCnt="24"/>
      <dgm:spPr/>
    </dgm:pt>
    <dgm:pt modelId="{8F4B2019-BF6E-47D4-820E-34B5FDEC5F5A}" type="pres">
      <dgm:prSet presAssocID="{D0BD90C1-1C6E-4AA8-B62F-03FB9911B94B}" presName="Child" presStyleLbl="revTx" presStyleIdx="15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A8A3FA-C4B0-4F14-8AA4-FF4A02F1E385}" type="pres">
      <dgm:prSet presAssocID="{9C6CA0BB-D78C-4E5E-8B2D-73EC286B7920}" presName="childComposite" presStyleCnt="0">
        <dgm:presLayoutVars>
          <dgm:chMax val="0"/>
          <dgm:chPref val="0"/>
        </dgm:presLayoutVars>
      </dgm:prSet>
      <dgm:spPr/>
    </dgm:pt>
    <dgm:pt modelId="{FD7694CC-508F-4DC9-8229-7A12FC811F96}" type="pres">
      <dgm:prSet presAssocID="{9C6CA0BB-D78C-4E5E-8B2D-73EC286B7920}" presName="ChildAccent" presStyleLbl="solidFgAcc1" presStyleIdx="13" presStyleCnt="24"/>
      <dgm:spPr/>
    </dgm:pt>
    <dgm:pt modelId="{D96FC28E-C414-4C4C-9CAA-21C15ABC41D1}" type="pres">
      <dgm:prSet presAssocID="{9C6CA0BB-D78C-4E5E-8B2D-73EC286B7920}" presName="Child" presStyleLbl="revTx" presStyleIdx="16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B13862-51DA-4E8D-AC6D-3A9516183289}" type="pres">
      <dgm:prSet presAssocID="{6B6E8496-A089-4611-90F1-899BCCFBE790}" presName="childComposite" presStyleCnt="0">
        <dgm:presLayoutVars>
          <dgm:chMax val="0"/>
          <dgm:chPref val="0"/>
        </dgm:presLayoutVars>
      </dgm:prSet>
      <dgm:spPr/>
    </dgm:pt>
    <dgm:pt modelId="{A906F591-6A08-44D0-8014-2CE8C4BBCDAA}" type="pres">
      <dgm:prSet presAssocID="{6B6E8496-A089-4611-90F1-899BCCFBE790}" presName="ChildAccent" presStyleLbl="solidFgAcc1" presStyleIdx="14" presStyleCnt="24"/>
      <dgm:spPr/>
    </dgm:pt>
    <dgm:pt modelId="{C77D959A-F018-4699-97EC-2ABD0F41DB1E}" type="pres">
      <dgm:prSet presAssocID="{6B6E8496-A089-4611-90F1-899BCCFBE790}" presName="Child" presStyleLbl="revTx" presStyleIdx="17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9C9DC5-C5B9-49CC-8AF7-672BEC614027}" type="pres">
      <dgm:prSet presAssocID="{6E2DA18C-27C2-4997-8471-7F3D6D020757}" presName="childComposite" presStyleCnt="0">
        <dgm:presLayoutVars>
          <dgm:chMax val="0"/>
          <dgm:chPref val="0"/>
        </dgm:presLayoutVars>
      </dgm:prSet>
      <dgm:spPr/>
    </dgm:pt>
    <dgm:pt modelId="{4724A144-819B-4CBF-945B-7E46E9F7A0E7}" type="pres">
      <dgm:prSet presAssocID="{6E2DA18C-27C2-4997-8471-7F3D6D020757}" presName="ChildAccent" presStyleLbl="solidFgAcc1" presStyleIdx="15" presStyleCnt="24"/>
      <dgm:spPr/>
    </dgm:pt>
    <dgm:pt modelId="{F7136394-B60D-4CF7-8598-E6CF8B44904B}" type="pres">
      <dgm:prSet presAssocID="{6E2DA18C-27C2-4997-8471-7F3D6D020757}" presName="Child" presStyleLbl="revTx" presStyleIdx="18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BD9453-9492-41FA-A810-A556EA8FD4F9}" type="pres">
      <dgm:prSet presAssocID="{D5C0EBE4-06A4-490A-A4B7-6FEDADAD5CB8}" presName="childComposite" presStyleCnt="0">
        <dgm:presLayoutVars>
          <dgm:chMax val="0"/>
          <dgm:chPref val="0"/>
        </dgm:presLayoutVars>
      </dgm:prSet>
      <dgm:spPr/>
    </dgm:pt>
    <dgm:pt modelId="{B8328A6C-DC7F-406E-8168-C55DF8AEEFDD}" type="pres">
      <dgm:prSet presAssocID="{D5C0EBE4-06A4-490A-A4B7-6FEDADAD5CB8}" presName="ChildAccent" presStyleLbl="solidFgAcc1" presStyleIdx="16" presStyleCnt="24"/>
      <dgm:spPr/>
    </dgm:pt>
    <dgm:pt modelId="{642CC9EE-D986-43F7-858C-5A200AA5D602}" type="pres">
      <dgm:prSet presAssocID="{D5C0EBE4-06A4-490A-A4B7-6FEDADAD5CB8}" presName="Child" presStyleLbl="revTx" presStyleIdx="19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044A1B-A793-402B-9466-A7DA7908284D}" type="pres">
      <dgm:prSet presAssocID="{C8C4156A-CE74-4F94-B572-FF992F22514B}" presName="childComposite" presStyleCnt="0">
        <dgm:presLayoutVars>
          <dgm:chMax val="0"/>
          <dgm:chPref val="0"/>
        </dgm:presLayoutVars>
      </dgm:prSet>
      <dgm:spPr/>
    </dgm:pt>
    <dgm:pt modelId="{505FA7E4-007B-4372-A9C9-446F0D75A77E}" type="pres">
      <dgm:prSet presAssocID="{C8C4156A-CE74-4F94-B572-FF992F22514B}" presName="ChildAccent" presStyleLbl="solidFgAcc1" presStyleIdx="17" presStyleCnt="24"/>
      <dgm:spPr/>
    </dgm:pt>
    <dgm:pt modelId="{28490C22-BDD1-41BC-B8F6-31FC67AE6AB3}" type="pres">
      <dgm:prSet presAssocID="{C8C4156A-CE74-4F94-B572-FF992F22514B}" presName="Child" presStyleLbl="revTx" presStyleIdx="20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2DBB26-62EA-4929-BC27-E8814F761BFA}" type="pres">
      <dgm:prSet presAssocID="{A6596B03-2C65-495D-A384-B590F6954EC0}" presName="root" presStyleCnt="0">
        <dgm:presLayoutVars>
          <dgm:chMax/>
          <dgm:chPref/>
        </dgm:presLayoutVars>
      </dgm:prSet>
      <dgm:spPr/>
    </dgm:pt>
    <dgm:pt modelId="{C0C33485-68D8-4CA1-A70B-C81E64EAEC6C}" type="pres">
      <dgm:prSet presAssocID="{A6596B03-2C65-495D-A384-B590F6954EC0}" presName="rootComposite" presStyleCnt="0">
        <dgm:presLayoutVars/>
      </dgm:prSet>
      <dgm:spPr/>
    </dgm:pt>
    <dgm:pt modelId="{2A33E178-86BD-4F69-B3E1-182725901609}" type="pres">
      <dgm:prSet presAssocID="{A6596B03-2C65-495D-A384-B590F6954EC0}" presName="ParentAccent" presStyleLbl="alignNode1" presStyleIdx="3" presStyleCnt="4"/>
      <dgm:spPr/>
    </dgm:pt>
    <dgm:pt modelId="{15D00AF5-91CC-4A3F-AD87-641E9C45FFA4}" type="pres">
      <dgm:prSet presAssocID="{A6596B03-2C65-495D-A384-B590F6954EC0}" presName="ParentSmallAccent" presStyleLbl="fgAcc1" presStyleIdx="3" presStyleCnt="4"/>
      <dgm:spPr/>
    </dgm:pt>
    <dgm:pt modelId="{E6A1B231-CE66-4F36-B29A-BD4851EB40AE}" type="pres">
      <dgm:prSet presAssocID="{A6596B03-2C65-495D-A384-B590F6954EC0}" presName="Parent" presStyleLbl="revTx" presStyleIdx="21" presStyleCnt="28">
        <dgm:presLayoutVars>
          <dgm:chMax/>
          <dgm:chPref val="4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CC4D69-71B4-4B40-B926-AD38715BF523}" type="pres">
      <dgm:prSet presAssocID="{A6596B03-2C65-495D-A384-B590F6954EC0}" presName="childShape" presStyleCnt="0">
        <dgm:presLayoutVars>
          <dgm:chMax val="0"/>
          <dgm:chPref val="0"/>
        </dgm:presLayoutVars>
      </dgm:prSet>
      <dgm:spPr/>
    </dgm:pt>
    <dgm:pt modelId="{1F001BA5-69D2-43F9-B667-C1668CB0C3C1}" type="pres">
      <dgm:prSet presAssocID="{8326ABAE-139A-4699-9698-D3B1C0A215EA}" presName="childComposite" presStyleCnt="0">
        <dgm:presLayoutVars>
          <dgm:chMax val="0"/>
          <dgm:chPref val="0"/>
        </dgm:presLayoutVars>
      </dgm:prSet>
      <dgm:spPr/>
    </dgm:pt>
    <dgm:pt modelId="{E96BA95A-DD63-4FF9-9567-FD66BF7FD2FF}" type="pres">
      <dgm:prSet presAssocID="{8326ABAE-139A-4699-9698-D3B1C0A215EA}" presName="ChildAccent" presStyleLbl="solidFgAcc1" presStyleIdx="18" presStyleCnt="24"/>
      <dgm:spPr/>
    </dgm:pt>
    <dgm:pt modelId="{E72FE695-9BD5-4CBE-AC46-91294554FE51}" type="pres">
      <dgm:prSet presAssocID="{8326ABAE-139A-4699-9698-D3B1C0A215EA}" presName="Child" presStyleLbl="revTx" presStyleIdx="22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5741C6-FD1A-470D-8864-F7BAB429D3E3}" type="pres">
      <dgm:prSet presAssocID="{1B127141-902D-4BAB-8374-72B835AA8DA4}" presName="childComposite" presStyleCnt="0">
        <dgm:presLayoutVars>
          <dgm:chMax val="0"/>
          <dgm:chPref val="0"/>
        </dgm:presLayoutVars>
      </dgm:prSet>
      <dgm:spPr/>
    </dgm:pt>
    <dgm:pt modelId="{3A826660-BEA1-4064-9107-65183D4F5A5E}" type="pres">
      <dgm:prSet presAssocID="{1B127141-902D-4BAB-8374-72B835AA8DA4}" presName="ChildAccent" presStyleLbl="solidFgAcc1" presStyleIdx="19" presStyleCnt="24"/>
      <dgm:spPr/>
    </dgm:pt>
    <dgm:pt modelId="{5586A342-8867-4D94-95EA-266B3C6089FB}" type="pres">
      <dgm:prSet presAssocID="{1B127141-902D-4BAB-8374-72B835AA8DA4}" presName="Child" presStyleLbl="revTx" presStyleIdx="23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1CB1E2-D33A-470D-BF88-884E7D7FA0EE}" type="pres">
      <dgm:prSet presAssocID="{374F6789-4C91-4DDF-91F1-F2EF30D50AC6}" presName="childComposite" presStyleCnt="0">
        <dgm:presLayoutVars>
          <dgm:chMax val="0"/>
          <dgm:chPref val="0"/>
        </dgm:presLayoutVars>
      </dgm:prSet>
      <dgm:spPr/>
    </dgm:pt>
    <dgm:pt modelId="{917B280E-BB8F-436B-AAC6-08337C50CC1D}" type="pres">
      <dgm:prSet presAssocID="{374F6789-4C91-4DDF-91F1-F2EF30D50AC6}" presName="ChildAccent" presStyleLbl="solidFgAcc1" presStyleIdx="20" presStyleCnt="24"/>
      <dgm:spPr/>
    </dgm:pt>
    <dgm:pt modelId="{1C746752-84C2-4E9A-866F-51C5604B13A4}" type="pres">
      <dgm:prSet presAssocID="{374F6789-4C91-4DDF-91F1-F2EF30D50AC6}" presName="Child" presStyleLbl="revTx" presStyleIdx="24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C63055-5AE7-4416-9E12-B839E5DAE8AA}" type="pres">
      <dgm:prSet presAssocID="{E394BCF7-6451-43D8-8CC1-8789438825E7}" presName="childComposite" presStyleCnt="0">
        <dgm:presLayoutVars>
          <dgm:chMax val="0"/>
          <dgm:chPref val="0"/>
        </dgm:presLayoutVars>
      </dgm:prSet>
      <dgm:spPr/>
    </dgm:pt>
    <dgm:pt modelId="{A5A01371-E7E3-4398-ACD8-B734462AEF9F}" type="pres">
      <dgm:prSet presAssocID="{E394BCF7-6451-43D8-8CC1-8789438825E7}" presName="ChildAccent" presStyleLbl="solidFgAcc1" presStyleIdx="21" presStyleCnt="24"/>
      <dgm:spPr/>
    </dgm:pt>
    <dgm:pt modelId="{10F0A27E-84C8-4E54-9800-BEEF31717CCD}" type="pres">
      <dgm:prSet presAssocID="{E394BCF7-6451-43D8-8CC1-8789438825E7}" presName="Child" presStyleLbl="revTx" presStyleIdx="25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18A503-7817-4DC2-BB07-A3C7B6483F09}" type="pres">
      <dgm:prSet presAssocID="{690EE44A-C949-46E1-B1A0-E8D659AFF28B}" presName="childComposite" presStyleCnt="0">
        <dgm:presLayoutVars>
          <dgm:chMax val="0"/>
          <dgm:chPref val="0"/>
        </dgm:presLayoutVars>
      </dgm:prSet>
      <dgm:spPr/>
    </dgm:pt>
    <dgm:pt modelId="{7AB6F69D-DFF1-4F81-AA5B-C155F2744607}" type="pres">
      <dgm:prSet presAssocID="{690EE44A-C949-46E1-B1A0-E8D659AFF28B}" presName="ChildAccent" presStyleLbl="solidFgAcc1" presStyleIdx="22" presStyleCnt="24"/>
      <dgm:spPr/>
    </dgm:pt>
    <dgm:pt modelId="{6837B7B5-8618-450F-B406-F6CD8FD8270F}" type="pres">
      <dgm:prSet presAssocID="{690EE44A-C949-46E1-B1A0-E8D659AFF28B}" presName="Child" presStyleLbl="revTx" presStyleIdx="26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BC3D4E-9315-4FED-B6BF-CC9E983EA3D8}" type="pres">
      <dgm:prSet presAssocID="{DEF98CF2-0184-49BD-8362-ADA9B78BEBC7}" presName="childComposite" presStyleCnt="0">
        <dgm:presLayoutVars>
          <dgm:chMax val="0"/>
          <dgm:chPref val="0"/>
        </dgm:presLayoutVars>
      </dgm:prSet>
      <dgm:spPr/>
    </dgm:pt>
    <dgm:pt modelId="{9E802FA7-94D8-4EB9-A920-CA912C4F20B0}" type="pres">
      <dgm:prSet presAssocID="{DEF98CF2-0184-49BD-8362-ADA9B78BEBC7}" presName="ChildAccent" presStyleLbl="solidFgAcc1" presStyleIdx="23" presStyleCnt="24"/>
      <dgm:spPr/>
    </dgm:pt>
    <dgm:pt modelId="{3FFC65A7-3440-4B99-9D51-B6D5F32C68CC}" type="pres">
      <dgm:prSet presAssocID="{DEF98CF2-0184-49BD-8362-ADA9B78BEBC7}" presName="Child" presStyleLbl="revTx" presStyleIdx="27" presStyleCnt="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5A15740-C97E-4A6F-98F0-D249C5F937FD}" srcId="{C2C9B568-D4D2-4799-AA83-2C2C67075AD8}" destId="{6B6E8496-A089-4611-90F1-899BCCFBE790}" srcOrd="2" destOrd="0" parTransId="{CFB9AA30-16FC-45FE-893F-9C4475C34ABB}" sibTransId="{C80E162F-241A-439B-97BA-0B6D536940F3}"/>
    <dgm:cxn modelId="{711AAE13-0B63-4451-8AD6-F2DEF2A2DCDB}" type="presOf" srcId="{BB3C8F0C-216F-40A4-8F8A-BB42CC12EF3B}" destId="{42B485B5-D9CF-491C-BB08-776CDDC8526B}" srcOrd="0" destOrd="0" presId="urn:microsoft.com/office/officeart/2008/layout/SquareAccentList"/>
    <dgm:cxn modelId="{F7AD78B0-6019-4064-B0C9-14463CEB998E}" srcId="{57C280D0-C539-4646-A4D7-CA8E6E658332}" destId="{A6596B03-2C65-495D-A384-B590F6954EC0}" srcOrd="3" destOrd="0" parTransId="{D0C350B4-EBF8-412A-9627-45D2281BB3EA}" sibTransId="{190ACA92-6142-4D04-B336-F06E8FB22C72}"/>
    <dgm:cxn modelId="{1CE5CB63-F7EE-4662-ACF5-38A23A398864}" type="presOf" srcId="{A6596B03-2C65-495D-A384-B590F6954EC0}" destId="{E6A1B231-CE66-4F36-B29A-BD4851EB40AE}" srcOrd="0" destOrd="0" presId="urn:microsoft.com/office/officeart/2008/layout/SquareAccentList"/>
    <dgm:cxn modelId="{92137D77-A69D-4846-B162-8F5493B568FA}" type="presOf" srcId="{2C304922-7983-41D7-8D08-16238BE9800C}" destId="{C81C3ABA-1F93-4D10-99F1-CFF952BF4D40}" srcOrd="0" destOrd="0" presId="urn:microsoft.com/office/officeart/2008/layout/SquareAccentList"/>
    <dgm:cxn modelId="{3B2D3AA8-95C5-46B9-8B09-D2AA21A50BD7}" type="presOf" srcId="{F39BB8AD-D711-4BBF-9B09-3C317E7D95D7}" destId="{1E042207-4394-48D2-B843-00A3C5C6EDEC}" srcOrd="0" destOrd="0" presId="urn:microsoft.com/office/officeart/2008/layout/SquareAccentList"/>
    <dgm:cxn modelId="{A23DB4C0-0CFA-4BC0-9C5F-AD398C9F0B41}" type="presOf" srcId="{7BA07F59-2288-4321-AD3A-ED27B37F713E}" destId="{F24282B2-DFBA-40BB-B8BF-FA6E5DE7067B}" srcOrd="0" destOrd="0" presId="urn:microsoft.com/office/officeart/2008/layout/SquareAccentList"/>
    <dgm:cxn modelId="{CA736070-44E1-42C6-A49F-7DEB6EAD60A5}" srcId="{53C98930-5B10-49D4-B05E-8FC674BD529A}" destId="{21F0D90A-604F-424E-A904-06F5C056E2F8}" srcOrd="3" destOrd="0" parTransId="{CF5F58C9-345C-480B-A0FB-0FE909E1E431}" sibTransId="{03C38B61-849A-4F7F-A72D-32C9C0E7FC35}"/>
    <dgm:cxn modelId="{3C8C2E6F-F12B-4940-AB2F-277884E1C981}" type="presOf" srcId="{BF6B65BB-9B7D-44E6-8EB9-BFD36A82E691}" destId="{F070F8B7-F832-428F-B254-172592A601C4}" srcOrd="0" destOrd="0" presId="urn:microsoft.com/office/officeart/2008/layout/SquareAccentList"/>
    <dgm:cxn modelId="{70009423-E85B-443D-BF0C-137262A11CFB}" srcId="{A6596B03-2C65-495D-A384-B590F6954EC0}" destId="{1B127141-902D-4BAB-8374-72B835AA8DA4}" srcOrd="1" destOrd="0" parTransId="{8E81E47A-0758-4366-AEDF-7F100AB7F16C}" sibTransId="{D475D9ED-2ABE-426E-A210-BAEAC171F489}"/>
    <dgm:cxn modelId="{69087769-A35B-42E4-8286-76BC655A96ED}" type="presOf" srcId="{E394BCF7-6451-43D8-8CC1-8789438825E7}" destId="{10F0A27E-84C8-4E54-9800-BEEF31717CCD}" srcOrd="0" destOrd="0" presId="urn:microsoft.com/office/officeart/2008/layout/SquareAccentList"/>
    <dgm:cxn modelId="{7C526D9A-7ADB-426B-9B85-8EF588DFAD74}" srcId="{53C98930-5B10-49D4-B05E-8FC674BD529A}" destId="{FB6DA3A3-6BE7-4550-BFE0-FE4E10CBD02F}" srcOrd="1" destOrd="0" parTransId="{2B232486-0100-4DCE-A4E9-005455E6F618}" sibTransId="{FE59DDE6-FDCB-4E60-A851-35F14643A09A}"/>
    <dgm:cxn modelId="{68B20EDF-C2F9-4258-B0B1-9990CA523836}" srcId="{57C280D0-C539-4646-A4D7-CA8E6E658332}" destId="{C2C9B568-D4D2-4799-AA83-2C2C67075AD8}" srcOrd="2" destOrd="0" parTransId="{A444F93F-C1D6-468E-82EC-37DDFA5322EB}" sibTransId="{FE380AC5-3CE7-4E53-9C24-95ABD131C1EC}"/>
    <dgm:cxn modelId="{91191E81-CA3E-42F4-A981-A5ECB1D6225B}" srcId="{C2C9B568-D4D2-4799-AA83-2C2C67075AD8}" destId="{9C6CA0BB-D78C-4E5E-8B2D-73EC286B7920}" srcOrd="1" destOrd="0" parTransId="{6133CD3B-D4AA-482D-B17E-85321619176B}" sibTransId="{90551DC7-2385-4F8D-A263-A76D4B87A703}"/>
    <dgm:cxn modelId="{163E4BDE-7231-42FB-B602-21D381B1CE74}" type="presOf" srcId="{D5C0EBE4-06A4-490A-A4B7-6FEDADAD5CB8}" destId="{642CC9EE-D986-43F7-858C-5A200AA5D602}" srcOrd="0" destOrd="0" presId="urn:microsoft.com/office/officeart/2008/layout/SquareAccentList"/>
    <dgm:cxn modelId="{3E01BA56-53C0-4B79-8CE7-6AE196F6CC0F}" type="presOf" srcId="{6E2DA18C-27C2-4997-8471-7F3D6D020757}" destId="{F7136394-B60D-4CF7-8598-E6CF8B44904B}" srcOrd="0" destOrd="0" presId="urn:microsoft.com/office/officeart/2008/layout/SquareAccentList"/>
    <dgm:cxn modelId="{314146ED-0D21-4D12-B5CC-CBCF22E70204}" type="presOf" srcId="{53C98930-5B10-49D4-B05E-8FC674BD529A}" destId="{8C90B014-71D5-4BFE-BBD9-52FD3E375392}" srcOrd="0" destOrd="0" presId="urn:microsoft.com/office/officeart/2008/layout/SquareAccentList"/>
    <dgm:cxn modelId="{A8E9D710-34F3-4BC5-B48F-21F4A7DB64B2}" srcId="{893FE7B1-143C-4EB1-A5B2-9E1ED5CA0DD6}" destId="{CDEA2D62-6662-4372-94C1-0EDE338B47A5}" srcOrd="3" destOrd="0" parTransId="{FB65198B-5AE3-437C-B04F-EF7E39E4F3C0}" sibTransId="{8B413F7B-61CC-42B4-B7FD-7EBAE5C62C30}"/>
    <dgm:cxn modelId="{D52127D2-0B1C-416C-A38D-557891DE25B7}" type="presOf" srcId="{57C280D0-C539-4646-A4D7-CA8E6E658332}" destId="{BB851905-C2D5-4CA2-ADEC-6F54C310A0A3}" srcOrd="0" destOrd="0" presId="urn:microsoft.com/office/officeart/2008/layout/SquareAccentList"/>
    <dgm:cxn modelId="{A5D9B839-2713-4E5E-949C-0E9174E6ECFE}" type="presOf" srcId="{FB6DA3A3-6BE7-4550-BFE0-FE4E10CBD02F}" destId="{CD046AA1-CA0E-4860-A973-CF43A7AB9F43}" srcOrd="0" destOrd="0" presId="urn:microsoft.com/office/officeart/2008/layout/SquareAccentList"/>
    <dgm:cxn modelId="{335A6978-FEFB-4D42-A009-768D1C906360}" srcId="{A6596B03-2C65-495D-A384-B590F6954EC0}" destId="{374F6789-4C91-4DDF-91F1-F2EF30D50AC6}" srcOrd="2" destOrd="0" parTransId="{BEA46C9A-8049-4787-BE10-12FDB754DD49}" sibTransId="{D423A9F8-C542-41B6-8E43-E8B9ECF273B9}"/>
    <dgm:cxn modelId="{60B22426-0280-4EF3-BFD8-FF81652AC612}" srcId="{C2C9B568-D4D2-4799-AA83-2C2C67075AD8}" destId="{C8C4156A-CE74-4F94-B572-FF992F22514B}" srcOrd="5" destOrd="0" parTransId="{6118284B-EC2E-46B8-8379-80C0EE1FDDA6}" sibTransId="{0F1FA086-982A-41EE-9319-5A4964DAD76F}"/>
    <dgm:cxn modelId="{76CE585F-FE28-4028-B0F2-17D442E5283E}" type="presOf" srcId="{1B127141-902D-4BAB-8374-72B835AA8DA4}" destId="{5586A342-8867-4D94-95EA-266B3C6089FB}" srcOrd="0" destOrd="0" presId="urn:microsoft.com/office/officeart/2008/layout/SquareAccentList"/>
    <dgm:cxn modelId="{BEBDFD0C-A046-4647-BEBB-C0070C2EBE7A}" srcId="{53C98930-5B10-49D4-B05E-8FC674BD529A}" destId="{7ACF5322-823A-44D2-828E-451C8204C1BD}" srcOrd="0" destOrd="0" parTransId="{DC65EAE9-07B3-4B2B-A15F-8C67FA8C6057}" sibTransId="{C2F5C482-03E1-40D8-A1B9-3F21F487FD60}"/>
    <dgm:cxn modelId="{3DA389C0-8914-483E-98A9-CC9887C0E0EC}" type="presOf" srcId="{374F6789-4C91-4DDF-91F1-F2EF30D50AC6}" destId="{1C746752-84C2-4E9A-866F-51C5604B13A4}" srcOrd="0" destOrd="0" presId="urn:microsoft.com/office/officeart/2008/layout/SquareAccentList"/>
    <dgm:cxn modelId="{EE3AC22D-9FC3-41E6-BC88-5CD6522C6AEB}" type="presOf" srcId="{DEF98CF2-0184-49BD-8362-ADA9B78BEBC7}" destId="{3FFC65A7-3440-4B99-9D51-B6D5F32C68CC}" srcOrd="0" destOrd="0" presId="urn:microsoft.com/office/officeart/2008/layout/SquareAccentList"/>
    <dgm:cxn modelId="{1C61C70C-600D-44A3-901D-4978F479B055}" type="presOf" srcId="{CDEA2D62-6662-4372-94C1-0EDE338B47A5}" destId="{43FB799B-27D3-43E4-A2E5-2B74C6DB24B2}" srcOrd="0" destOrd="0" presId="urn:microsoft.com/office/officeart/2008/layout/SquareAccentList"/>
    <dgm:cxn modelId="{3A4E9139-304D-4F41-9CCB-90E3F44ED02F}" type="presOf" srcId="{50402EA3-8E8E-4B01-8FA0-22ED4E8D23F5}" destId="{AD87A0EA-8A7C-4703-B59B-BA96D267EBFC}" srcOrd="0" destOrd="0" presId="urn:microsoft.com/office/officeart/2008/layout/SquareAccentList"/>
    <dgm:cxn modelId="{8C8B7424-5B3E-4D1A-AD7F-46BA3C0DD1F6}" srcId="{893FE7B1-143C-4EB1-A5B2-9E1ED5CA0DD6}" destId="{7BA07F59-2288-4321-AD3A-ED27B37F713E}" srcOrd="2" destOrd="0" parTransId="{C69BA64D-37C0-4145-A539-46E6F6788083}" sibTransId="{9CCCD051-CB83-473B-A7CF-95F04429B63D}"/>
    <dgm:cxn modelId="{BDD2F17A-4E2A-4985-8A6B-EF809D139EE0}" type="presOf" srcId="{35A06455-B693-4272-A93D-E8C304A88081}" destId="{BD2D77FC-6FDA-4684-860C-F377DB980DD6}" srcOrd="0" destOrd="0" presId="urn:microsoft.com/office/officeart/2008/layout/SquareAccentList"/>
    <dgm:cxn modelId="{663841CA-2ADD-45A1-A560-F122ABE3CFA8}" srcId="{C2C9B568-D4D2-4799-AA83-2C2C67075AD8}" destId="{6E2DA18C-27C2-4997-8471-7F3D6D020757}" srcOrd="3" destOrd="0" parTransId="{DCDB8DEC-DF59-44E4-9BF6-1380EAB0713B}" sibTransId="{89CD8CB8-4096-48EF-A3B0-9C495C4E9851}"/>
    <dgm:cxn modelId="{95CA5BCE-22F2-4251-B89F-D885FA9D48DB}" type="presOf" srcId="{C8C4156A-CE74-4F94-B572-FF992F22514B}" destId="{28490C22-BDD1-41BC-B8F6-31FC67AE6AB3}" srcOrd="0" destOrd="0" presId="urn:microsoft.com/office/officeart/2008/layout/SquareAccentList"/>
    <dgm:cxn modelId="{71FB7706-F54D-4EDD-B38F-BCEF1896AF5A}" type="presOf" srcId="{AC98C6D1-4392-4DAB-9609-0604C5ADFF8F}" destId="{E4B8B881-1036-466A-A267-E590BCAA47DE}" srcOrd="0" destOrd="0" presId="urn:microsoft.com/office/officeart/2008/layout/SquareAccentList"/>
    <dgm:cxn modelId="{4448D0C1-FC39-46F1-96D2-A147D3C5A95F}" srcId="{57C280D0-C539-4646-A4D7-CA8E6E658332}" destId="{893FE7B1-143C-4EB1-A5B2-9E1ED5CA0DD6}" srcOrd="1" destOrd="0" parTransId="{132889F4-8742-425F-8D4B-9917CA2DE39C}" sibTransId="{5E2EF4FD-E127-4F3F-8CC8-A6F8C6A9B164}"/>
    <dgm:cxn modelId="{E3F55A39-2284-4826-BEF8-18316F6A99FA}" srcId="{A6596B03-2C65-495D-A384-B590F6954EC0}" destId="{690EE44A-C949-46E1-B1A0-E8D659AFF28B}" srcOrd="4" destOrd="0" parTransId="{60F33F23-4790-42D6-9FAB-88E99DC9F155}" sibTransId="{5DFB0A08-D402-4F41-A3AD-78D17DE9970A}"/>
    <dgm:cxn modelId="{D7D70F9B-FB50-48B3-8FD1-187F8D590B14}" type="presOf" srcId="{7ACF5322-823A-44D2-828E-451C8204C1BD}" destId="{1CFA993F-29D6-49D4-A8C9-FC0F6168E646}" srcOrd="0" destOrd="0" presId="urn:microsoft.com/office/officeart/2008/layout/SquareAccentList"/>
    <dgm:cxn modelId="{9F53722D-C480-49D8-BE71-12A5D4D0FBFF}" srcId="{A6596B03-2C65-495D-A384-B590F6954EC0}" destId="{8326ABAE-139A-4699-9698-D3B1C0A215EA}" srcOrd="0" destOrd="0" parTransId="{8D43ED01-2B40-44ED-A46F-92AEB8AA4FB8}" sibTransId="{CD789D66-3000-41F1-87F1-3776E480F8CD}"/>
    <dgm:cxn modelId="{A09AC0B5-0D1C-4BA2-812C-2011D93A7973}" srcId="{A6596B03-2C65-495D-A384-B590F6954EC0}" destId="{DEF98CF2-0184-49BD-8362-ADA9B78BEBC7}" srcOrd="5" destOrd="0" parTransId="{8E457940-69FB-4BE4-94DD-77CCA44E8F5C}" sibTransId="{C05BFA08-9823-423C-8C52-FA2E0136D7DE}"/>
    <dgm:cxn modelId="{649377D4-4F8A-43D8-AD86-61E44A18E69E}" srcId="{53C98930-5B10-49D4-B05E-8FC674BD529A}" destId="{35A06455-B693-4272-A93D-E8C304A88081}" srcOrd="2" destOrd="0" parTransId="{31FE7084-BA46-4AC7-BABE-1CE81C527468}" sibTransId="{217CA8FE-FCEC-49A1-AECD-56379FE155A0}"/>
    <dgm:cxn modelId="{D4B64550-AD74-4325-8BFF-5DD174B264B5}" type="presOf" srcId="{D0BD90C1-1C6E-4AA8-B62F-03FB9911B94B}" destId="{8F4B2019-BF6E-47D4-820E-34B5FDEC5F5A}" srcOrd="0" destOrd="0" presId="urn:microsoft.com/office/officeart/2008/layout/SquareAccentList"/>
    <dgm:cxn modelId="{D18D4C01-D102-4ECC-8C91-4F05F54500F0}" type="presOf" srcId="{21F0D90A-604F-424E-A904-06F5C056E2F8}" destId="{E7F6B2D2-AEA0-4B55-83DA-D2C4D9239B2E}" srcOrd="0" destOrd="0" presId="urn:microsoft.com/office/officeart/2008/layout/SquareAccentList"/>
    <dgm:cxn modelId="{8429BD57-9506-430E-B02E-FE5E2CDA5608}" type="presOf" srcId="{9C6CA0BB-D78C-4E5E-8B2D-73EC286B7920}" destId="{D96FC28E-C414-4C4C-9CAA-21C15ABC41D1}" srcOrd="0" destOrd="0" presId="urn:microsoft.com/office/officeart/2008/layout/SquareAccentList"/>
    <dgm:cxn modelId="{95E78B56-98CB-46D2-9573-33ED88D1BFF8}" srcId="{893FE7B1-143C-4EB1-A5B2-9E1ED5CA0DD6}" destId="{50402EA3-8E8E-4B01-8FA0-22ED4E8D23F5}" srcOrd="0" destOrd="0" parTransId="{8C72A435-56CB-4C5B-B823-579FB1BB58C5}" sibTransId="{818B7F67-33DE-43A5-AEB2-00B7D023D9AA}"/>
    <dgm:cxn modelId="{580B26E3-3BBC-4371-BC5C-29E6250864E8}" srcId="{893FE7B1-143C-4EB1-A5B2-9E1ED5CA0DD6}" destId="{BF6B65BB-9B7D-44E6-8EB9-BFD36A82E691}" srcOrd="4" destOrd="0" parTransId="{E7914E73-1E58-4BDD-9722-1B0A30CF7582}" sibTransId="{C4B36EA3-41B7-4B46-9ACE-273A4805961A}"/>
    <dgm:cxn modelId="{AA90323E-8E5A-4DBF-BE3D-DA8F8E5A3397}" type="presOf" srcId="{C2C9B568-D4D2-4799-AA83-2C2C67075AD8}" destId="{F6B2D970-DD5A-421C-8E8B-85C79EC20AEC}" srcOrd="0" destOrd="0" presId="urn:microsoft.com/office/officeart/2008/layout/SquareAccentList"/>
    <dgm:cxn modelId="{BAEC571C-2C0E-46CC-ADF3-8B75B9B52A7D}" type="presOf" srcId="{8326ABAE-139A-4699-9698-D3B1C0A215EA}" destId="{E72FE695-9BD5-4CBE-AC46-91294554FE51}" srcOrd="0" destOrd="0" presId="urn:microsoft.com/office/officeart/2008/layout/SquareAccentList"/>
    <dgm:cxn modelId="{F63AA3DA-85C5-40E7-8D4C-91D6B2FEFBF8}" srcId="{893FE7B1-143C-4EB1-A5B2-9E1ED5CA0DD6}" destId="{BB3C8F0C-216F-40A4-8F8A-BB42CC12EF3B}" srcOrd="1" destOrd="0" parTransId="{B0481AEB-FDD3-4D4D-A736-FD2A74FBED7D}" sibTransId="{0D904908-8723-497A-83BA-FF2395C1874B}"/>
    <dgm:cxn modelId="{98375B93-66E1-410E-908D-F9D4614646A1}" srcId="{57C280D0-C539-4646-A4D7-CA8E6E658332}" destId="{53C98930-5B10-49D4-B05E-8FC674BD529A}" srcOrd="0" destOrd="0" parTransId="{BD8D2170-F977-4F7B-B067-B4726E5D220E}" sibTransId="{C6A738D0-FF79-45DB-AE96-DBF21C75453C}"/>
    <dgm:cxn modelId="{BA5F34CB-86EC-4CA9-A907-AE6BA5FAF64A}" type="presOf" srcId="{690EE44A-C949-46E1-B1A0-E8D659AFF28B}" destId="{6837B7B5-8618-450F-B406-F6CD8FD8270F}" srcOrd="0" destOrd="0" presId="urn:microsoft.com/office/officeart/2008/layout/SquareAccentList"/>
    <dgm:cxn modelId="{C12EC9F1-8BCA-470B-AB98-C141021031CF}" srcId="{53C98930-5B10-49D4-B05E-8FC674BD529A}" destId="{2C304922-7983-41D7-8D08-16238BE9800C}" srcOrd="4" destOrd="0" parTransId="{E21CA7CF-2834-427C-B846-654C2CEE9473}" sibTransId="{B1E6E514-5CCD-4250-AFF6-87C0E13F39E5}"/>
    <dgm:cxn modelId="{2EB4C840-670F-4853-ABA5-E90C4BE1BC27}" srcId="{A6596B03-2C65-495D-A384-B590F6954EC0}" destId="{E394BCF7-6451-43D8-8CC1-8789438825E7}" srcOrd="3" destOrd="0" parTransId="{C21DDE6F-F086-47D0-A55B-197443E18F53}" sibTransId="{2EB62E86-A128-4B44-86C3-FB3D209E66DF}"/>
    <dgm:cxn modelId="{4570C549-A95E-48AD-B7C3-8DE9DDDAEF6E}" srcId="{C2C9B568-D4D2-4799-AA83-2C2C67075AD8}" destId="{D5C0EBE4-06A4-490A-A4B7-6FEDADAD5CB8}" srcOrd="4" destOrd="0" parTransId="{75A428BC-C846-4F53-8E04-FD6D2D64C260}" sibTransId="{70B3255A-2123-412B-A759-20EE54BFE0B5}"/>
    <dgm:cxn modelId="{33E4B797-7C1D-44F5-A69B-6A1FA0FC0AF3}" srcId="{C2C9B568-D4D2-4799-AA83-2C2C67075AD8}" destId="{D0BD90C1-1C6E-4AA8-B62F-03FB9911B94B}" srcOrd="0" destOrd="0" parTransId="{F8B7A0F2-5D4C-4FE2-BCCD-84E95B876CA8}" sibTransId="{2DE9C383-C619-422C-96C2-98B61A46606F}"/>
    <dgm:cxn modelId="{BE09BECC-7C49-43ED-8BB0-FF2C2A5CD8A5}" srcId="{53C98930-5B10-49D4-B05E-8FC674BD529A}" destId="{F39BB8AD-D711-4BBF-9B09-3C317E7D95D7}" srcOrd="5" destOrd="0" parTransId="{6EFB7E5B-CFFD-4B13-929B-24F8C056E3B6}" sibTransId="{DB1AFC13-4037-4E00-92A6-C9AEFB46D219}"/>
    <dgm:cxn modelId="{62D530A9-8B2B-4E81-9DDF-C14B659E0BF0}" srcId="{893FE7B1-143C-4EB1-A5B2-9E1ED5CA0DD6}" destId="{AC98C6D1-4392-4DAB-9609-0604C5ADFF8F}" srcOrd="5" destOrd="0" parTransId="{11B625D8-CD5B-4E6A-B812-58B45428CAA0}" sibTransId="{17C67B33-B233-4094-9A15-05BBB7F4B0E4}"/>
    <dgm:cxn modelId="{66897971-CAFB-4E20-B3FB-B69D77FF62E9}" type="presOf" srcId="{893FE7B1-143C-4EB1-A5B2-9E1ED5CA0DD6}" destId="{677A30B3-B72B-4292-9C32-5CE898C82E8E}" srcOrd="0" destOrd="0" presId="urn:microsoft.com/office/officeart/2008/layout/SquareAccentList"/>
    <dgm:cxn modelId="{AE1DD2AC-4830-4369-B1F8-12A0A5A99D85}" type="presOf" srcId="{6B6E8496-A089-4611-90F1-899BCCFBE790}" destId="{C77D959A-F018-4699-97EC-2ABD0F41DB1E}" srcOrd="0" destOrd="0" presId="urn:microsoft.com/office/officeart/2008/layout/SquareAccentList"/>
    <dgm:cxn modelId="{1DF2767D-88BC-44F6-8E0C-9FAE82015645}" type="presParOf" srcId="{BB851905-C2D5-4CA2-ADEC-6F54C310A0A3}" destId="{F698C5B0-73FD-4E1F-926F-F073275078F7}" srcOrd="0" destOrd="0" presId="urn:microsoft.com/office/officeart/2008/layout/SquareAccentList"/>
    <dgm:cxn modelId="{1C3936E4-107C-41F4-8C2D-71E39CCA3E6F}" type="presParOf" srcId="{F698C5B0-73FD-4E1F-926F-F073275078F7}" destId="{D0D60DFB-E54C-4C1C-85AD-40B4F9B7B641}" srcOrd="0" destOrd="0" presId="urn:microsoft.com/office/officeart/2008/layout/SquareAccentList"/>
    <dgm:cxn modelId="{2B3E013A-9376-4831-B4B2-9849F04CEFB9}" type="presParOf" srcId="{D0D60DFB-E54C-4C1C-85AD-40B4F9B7B641}" destId="{3DE79C2F-0703-4DA2-90DE-D21175A766E6}" srcOrd="0" destOrd="0" presId="urn:microsoft.com/office/officeart/2008/layout/SquareAccentList"/>
    <dgm:cxn modelId="{8E9AFADD-850A-484B-A1F4-C51CD11B2C92}" type="presParOf" srcId="{D0D60DFB-E54C-4C1C-85AD-40B4F9B7B641}" destId="{54A90DC6-E218-48E7-BDF0-6FCF00652A3E}" srcOrd="1" destOrd="0" presId="urn:microsoft.com/office/officeart/2008/layout/SquareAccentList"/>
    <dgm:cxn modelId="{4916B4B7-01C7-4060-92D2-FF7EE410ED7E}" type="presParOf" srcId="{D0D60DFB-E54C-4C1C-85AD-40B4F9B7B641}" destId="{8C90B014-71D5-4BFE-BBD9-52FD3E375392}" srcOrd="2" destOrd="0" presId="urn:microsoft.com/office/officeart/2008/layout/SquareAccentList"/>
    <dgm:cxn modelId="{FEA9639F-825D-4454-9910-EB7E05E66ABB}" type="presParOf" srcId="{F698C5B0-73FD-4E1F-926F-F073275078F7}" destId="{72349001-C474-4D20-B01E-81CDE19F2C4E}" srcOrd="1" destOrd="0" presId="urn:microsoft.com/office/officeart/2008/layout/SquareAccentList"/>
    <dgm:cxn modelId="{6E6D5FD8-C863-42DD-9719-90BDB3437BD4}" type="presParOf" srcId="{72349001-C474-4D20-B01E-81CDE19F2C4E}" destId="{01333D72-F76D-44F1-A4BC-920EB0D531AE}" srcOrd="0" destOrd="0" presId="urn:microsoft.com/office/officeart/2008/layout/SquareAccentList"/>
    <dgm:cxn modelId="{816987D7-104F-4F37-AB36-17A67EF25FA4}" type="presParOf" srcId="{01333D72-F76D-44F1-A4BC-920EB0D531AE}" destId="{74783F71-2D1E-4A13-AB39-04B636A99AEF}" srcOrd="0" destOrd="0" presId="urn:microsoft.com/office/officeart/2008/layout/SquareAccentList"/>
    <dgm:cxn modelId="{5864C166-48F6-403A-8772-838FE9A9FD50}" type="presParOf" srcId="{01333D72-F76D-44F1-A4BC-920EB0D531AE}" destId="{1CFA993F-29D6-49D4-A8C9-FC0F6168E646}" srcOrd="1" destOrd="0" presId="urn:microsoft.com/office/officeart/2008/layout/SquareAccentList"/>
    <dgm:cxn modelId="{23FC300A-80B5-447C-BB16-89ADD4074AD8}" type="presParOf" srcId="{72349001-C474-4D20-B01E-81CDE19F2C4E}" destId="{77A56661-93BE-4EE5-BCA5-3A52A21EC2F8}" srcOrd="1" destOrd="0" presId="urn:microsoft.com/office/officeart/2008/layout/SquareAccentList"/>
    <dgm:cxn modelId="{AF031C2E-D640-411E-AE2B-0BD52AAE9545}" type="presParOf" srcId="{77A56661-93BE-4EE5-BCA5-3A52A21EC2F8}" destId="{B9ED9010-0F1B-4AAB-A32E-9430695048FF}" srcOrd="0" destOrd="0" presId="urn:microsoft.com/office/officeart/2008/layout/SquareAccentList"/>
    <dgm:cxn modelId="{CF02B83D-87EE-422D-8835-4819352E310F}" type="presParOf" srcId="{77A56661-93BE-4EE5-BCA5-3A52A21EC2F8}" destId="{CD046AA1-CA0E-4860-A973-CF43A7AB9F43}" srcOrd="1" destOrd="0" presId="urn:microsoft.com/office/officeart/2008/layout/SquareAccentList"/>
    <dgm:cxn modelId="{2DEF059E-03AD-47CF-965B-4B2379104715}" type="presParOf" srcId="{72349001-C474-4D20-B01E-81CDE19F2C4E}" destId="{B4FB3060-0495-40C2-9CC5-779496DE1272}" srcOrd="2" destOrd="0" presId="urn:microsoft.com/office/officeart/2008/layout/SquareAccentList"/>
    <dgm:cxn modelId="{947CEEED-2190-43EE-BA2D-CDC14C52973A}" type="presParOf" srcId="{B4FB3060-0495-40C2-9CC5-779496DE1272}" destId="{6F1B2032-1FEA-4D3D-BC34-B197E2DBC352}" srcOrd="0" destOrd="0" presId="urn:microsoft.com/office/officeart/2008/layout/SquareAccentList"/>
    <dgm:cxn modelId="{583F2D22-6C11-4822-B68E-13C615B96F5A}" type="presParOf" srcId="{B4FB3060-0495-40C2-9CC5-779496DE1272}" destId="{BD2D77FC-6FDA-4684-860C-F377DB980DD6}" srcOrd="1" destOrd="0" presId="urn:microsoft.com/office/officeart/2008/layout/SquareAccentList"/>
    <dgm:cxn modelId="{4978FB4E-B516-47E8-8460-9455812AEF85}" type="presParOf" srcId="{72349001-C474-4D20-B01E-81CDE19F2C4E}" destId="{A7BEB042-E528-49FA-A551-E0F24BE0AA2D}" srcOrd="3" destOrd="0" presId="urn:microsoft.com/office/officeart/2008/layout/SquareAccentList"/>
    <dgm:cxn modelId="{F19EFF1A-E5BB-421D-BC10-962ADBA4D194}" type="presParOf" srcId="{A7BEB042-E528-49FA-A551-E0F24BE0AA2D}" destId="{AC77B317-89CD-4F78-A3D1-AC6935BB8D7C}" srcOrd="0" destOrd="0" presId="urn:microsoft.com/office/officeart/2008/layout/SquareAccentList"/>
    <dgm:cxn modelId="{90CE0A92-1B00-45C9-A2CB-5EC1F2337102}" type="presParOf" srcId="{A7BEB042-E528-49FA-A551-E0F24BE0AA2D}" destId="{E7F6B2D2-AEA0-4B55-83DA-D2C4D9239B2E}" srcOrd="1" destOrd="0" presId="urn:microsoft.com/office/officeart/2008/layout/SquareAccentList"/>
    <dgm:cxn modelId="{CFFCA09D-AB84-46A1-B4BF-0F9499E4A085}" type="presParOf" srcId="{72349001-C474-4D20-B01E-81CDE19F2C4E}" destId="{D09DD5F9-7235-4EC2-8C4D-7AA07E1FC63C}" srcOrd="4" destOrd="0" presId="urn:microsoft.com/office/officeart/2008/layout/SquareAccentList"/>
    <dgm:cxn modelId="{5B7D5621-CB90-424F-8C89-8BF2E71122AE}" type="presParOf" srcId="{D09DD5F9-7235-4EC2-8C4D-7AA07E1FC63C}" destId="{9A205D92-C507-41FC-807D-32167675230C}" srcOrd="0" destOrd="0" presId="urn:microsoft.com/office/officeart/2008/layout/SquareAccentList"/>
    <dgm:cxn modelId="{D547735B-6E02-4024-8955-4DDA882A2BD0}" type="presParOf" srcId="{D09DD5F9-7235-4EC2-8C4D-7AA07E1FC63C}" destId="{C81C3ABA-1F93-4D10-99F1-CFF952BF4D40}" srcOrd="1" destOrd="0" presId="urn:microsoft.com/office/officeart/2008/layout/SquareAccentList"/>
    <dgm:cxn modelId="{6EE195EC-0530-4E20-8D7D-13556780CC3B}" type="presParOf" srcId="{72349001-C474-4D20-B01E-81CDE19F2C4E}" destId="{B0474F94-B6AA-4018-9DFC-4FC23CD54FB2}" srcOrd="5" destOrd="0" presId="urn:microsoft.com/office/officeart/2008/layout/SquareAccentList"/>
    <dgm:cxn modelId="{06288258-0528-4F88-A079-E6A60ABE3CFA}" type="presParOf" srcId="{B0474F94-B6AA-4018-9DFC-4FC23CD54FB2}" destId="{A1155DD9-F94F-4D90-9588-A8BAC1A18DA8}" srcOrd="0" destOrd="0" presId="urn:microsoft.com/office/officeart/2008/layout/SquareAccentList"/>
    <dgm:cxn modelId="{7B53330C-1730-451A-A087-986B1666E79A}" type="presParOf" srcId="{B0474F94-B6AA-4018-9DFC-4FC23CD54FB2}" destId="{1E042207-4394-48D2-B843-00A3C5C6EDEC}" srcOrd="1" destOrd="0" presId="urn:microsoft.com/office/officeart/2008/layout/SquareAccentList"/>
    <dgm:cxn modelId="{F0AC7A7D-22D5-4CE8-8831-E717C8015114}" type="presParOf" srcId="{BB851905-C2D5-4CA2-ADEC-6F54C310A0A3}" destId="{B59E1001-46EB-4277-9183-4399D9E89321}" srcOrd="1" destOrd="0" presId="urn:microsoft.com/office/officeart/2008/layout/SquareAccentList"/>
    <dgm:cxn modelId="{89833C99-F8EB-4A5C-81BA-0807D16AAFB2}" type="presParOf" srcId="{B59E1001-46EB-4277-9183-4399D9E89321}" destId="{C2156DA5-5595-4808-B3A9-0475831CC157}" srcOrd="0" destOrd="0" presId="urn:microsoft.com/office/officeart/2008/layout/SquareAccentList"/>
    <dgm:cxn modelId="{4FFA2210-253E-4C1C-9376-1DBC9FDADF25}" type="presParOf" srcId="{C2156DA5-5595-4808-B3A9-0475831CC157}" destId="{96970A7A-9FE0-4447-B4C5-57A1E7D8B91E}" srcOrd="0" destOrd="0" presId="urn:microsoft.com/office/officeart/2008/layout/SquareAccentList"/>
    <dgm:cxn modelId="{D7FF6E4B-4246-43E7-8D35-AB681B35CCEC}" type="presParOf" srcId="{C2156DA5-5595-4808-B3A9-0475831CC157}" destId="{57C23040-BA3C-41CC-9659-2E800F21FC08}" srcOrd="1" destOrd="0" presId="urn:microsoft.com/office/officeart/2008/layout/SquareAccentList"/>
    <dgm:cxn modelId="{4C37036D-8E03-45B5-BD2D-E2A517D14CC5}" type="presParOf" srcId="{C2156DA5-5595-4808-B3A9-0475831CC157}" destId="{677A30B3-B72B-4292-9C32-5CE898C82E8E}" srcOrd="2" destOrd="0" presId="urn:microsoft.com/office/officeart/2008/layout/SquareAccentList"/>
    <dgm:cxn modelId="{A13D6606-B703-49E4-8B71-C414291BB7A4}" type="presParOf" srcId="{B59E1001-46EB-4277-9183-4399D9E89321}" destId="{8E5D7435-5CB8-4CBE-A4C7-579CE6A9CD55}" srcOrd="1" destOrd="0" presId="urn:microsoft.com/office/officeart/2008/layout/SquareAccentList"/>
    <dgm:cxn modelId="{DC0AF24C-F488-469F-8A44-6073080DF79D}" type="presParOf" srcId="{8E5D7435-5CB8-4CBE-A4C7-579CE6A9CD55}" destId="{92C537B4-2F85-484A-B11C-4E4DE40BCD9E}" srcOrd="0" destOrd="0" presId="urn:microsoft.com/office/officeart/2008/layout/SquareAccentList"/>
    <dgm:cxn modelId="{D6768CD7-01F3-42CA-841F-F4270F4C8BED}" type="presParOf" srcId="{92C537B4-2F85-484A-B11C-4E4DE40BCD9E}" destId="{73804B27-2ECD-4E07-906B-B22A925BC0BE}" srcOrd="0" destOrd="0" presId="urn:microsoft.com/office/officeart/2008/layout/SquareAccentList"/>
    <dgm:cxn modelId="{B2CACB4D-6500-4520-8D8C-1DB2B064CEFA}" type="presParOf" srcId="{92C537B4-2F85-484A-B11C-4E4DE40BCD9E}" destId="{AD87A0EA-8A7C-4703-B59B-BA96D267EBFC}" srcOrd="1" destOrd="0" presId="urn:microsoft.com/office/officeart/2008/layout/SquareAccentList"/>
    <dgm:cxn modelId="{51C241EC-46C7-4A5C-86FA-C6E879134519}" type="presParOf" srcId="{8E5D7435-5CB8-4CBE-A4C7-579CE6A9CD55}" destId="{B56A7436-E708-4D1E-BE51-33A9EF9F46D1}" srcOrd="1" destOrd="0" presId="urn:microsoft.com/office/officeart/2008/layout/SquareAccentList"/>
    <dgm:cxn modelId="{9EF09628-F62B-470D-840C-24663B5D2C9E}" type="presParOf" srcId="{B56A7436-E708-4D1E-BE51-33A9EF9F46D1}" destId="{C6B0EE49-072D-4182-8C4A-CFACFA1B2B83}" srcOrd="0" destOrd="0" presId="urn:microsoft.com/office/officeart/2008/layout/SquareAccentList"/>
    <dgm:cxn modelId="{4D75B1DF-EBB9-4CEA-B464-97FCBE50001A}" type="presParOf" srcId="{B56A7436-E708-4D1E-BE51-33A9EF9F46D1}" destId="{42B485B5-D9CF-491C-BB08-776CDDC8526B}" srcOrd="1" destOrd="0" presId="urn:microsoft.com/office/officeart/2008/layout/SquareAccentList"/>
    <dgm:cxn modelId="{25236F70-848C-4F00-8EEA-5AB678114D34}" type="presParOf" srcId="{8E5D7435-5CB8-4CBE-A4C7-579CE6A9CD55}" destId="{FC472960-A98A-4B2B-A02D-1614F52B5223}" srcOrd="2" destOrd="0" presId="urn:microsoft.com/office/officeart/2008/layout/SquareAccentList"/>
    <dgm:cxn modelId="{9106C556-9CA7-4594-940C-76CAE4709E51}" type="presParOf" srcId="{FC472960-A98A-4B2B-A02D-1614F52B5223}" destId="{93539F0A-064E-4017-9084-D3988A606D7B}" srcOrd="0" destOrd="0" presId="urn:microsoft.com/office/officeart/2008/layout/SquareAccentList"/>
    <dgm:cxn modelId="{6D21C0AB-B013-4267-ADE8-11038AEB953B}" type="presParOf" srcId="{FC472960-A98A-4B2B-A02D-1614F52B5223}" destId="{F24282B2-DFBA-40BB-B8BF-FA6E5DE7067B}" srcOrd="1" destOrd="0" presId="urn:microsoft.com/office/officeart/2008/layout/SquareAccentList"/>
    <dgm:cxn modelId="{A8DD5284-BA5A-4148-96D8-4FAA10E385F3}" type="presParOf" srcId="{8E5D7435-5CB8-4CBE-A4C7-579CE6A9CD55}" destId="{FF88E28F-84C5-4158-B0CA-297D2F50321F}" srcOrd="3" destOrd="0" presId="urn:microsoft.com/office/officeart/2008/layout/SquareAccentList"/>
    <dgm:cxn modelId="{948E0EFE-806B-40DE-9964-7A428E38AF02}" type="presParOf" srcId="{FF88E28F-84C5-4158-B0CA-297D2F50321F}" destId="{9B06E333-B969-419A-B614-EE74AF46F661}" srcOrd="0" destOrd="0" presId="urn:microsoft.com/office/officeart/2008/layout/SquareAccentList"/>
    <dgm:cxn modelId="{F824C852-1669-4C0F-8458-EECDA60132A2}" type="presParOf" srcId="{FF88E28F-84C5-4158-B0CA-297D2F50321F}" destId="{43FB799B-27D3-43E4-A2E5-2B74C6DB24B2}" srcOrd="1" destOrd="0" presId="urn:microsoft.com/office/officeart/2008/layout/SquareAccentList"/>
    <dgm:cxn modelId="{56F526C7-435E-4D05-BD4B-885849A4D2B3}" type="presParOf" srcId="{8E5D7435-5CB8-4CBE-A4C7-579CE6A9CD55}" destId="{3E2CEE7A-CCC8-4905-BE68-37F8BDE9483C}" srcOrd="4" destOrd="0" presId="urn:microsoft.com/office/officeart/2008/layout/SquareAccentList"/>
    <dgm:cxn modelId="{9A3DE687-FF80-4C67-BF39-ED925F9BB792}" type="presParOf" srcId="{3E2CEE7A-CCC8-4905-BE68-37F8BDE9483C}" destId="{C3EF68B5-3A27-4544-AB26-19BC9CBE8D21}" srcOrd="0" destOrd="0" presId="urn:microsoft.com/office/officeart/2008/layout/SquareAccentList"/>
    <dgm:cxn modelId="{E1763591-2C57-454C-8ADF-19B7EB06B3BC}" type="presParOf" srcId="{3E2CEE7A-CCC8-4905-BE68-37F8BDE9483C}" destId="{F070F8B7-F832-428F-B254-172592A601C4}" srcOrd="1" destOrd="0" presId="urn:microsoft.com/office/officeart/2008/layout/SquareAccentList"/>
    <dgm:cxn modelId="{38AB3F4E-E9B3-40BC-A93D-226F15F2A07D}" type="presParOf" srcId="{8E5D7435-5CB8-4CBE-A4C7-579CE6A9CD55}" destId="{A188B04F-752E-4970-92B6-C7A125380032}" srcOrd="5" destOrd="0" presId="urn:microsoft.com/office/officeart/2008/layout/SquareAccentList"/>
    <dgm:cxn modelId="{02E22A05-ED59-4DCE-B4EA-8B7453520516}" type="presParOf" srcId="{A188B04F-752E-4970-92B6-C7A125380032}" destId="{C7CF696F-6D12-4468-99BD-EF822C380D0D}" srcOrd="0" destOrd="0" presId="urn:microsoft.com/office/officeart/2008/layout/SquareAccentList"/>
    <dgm:cxn modelId="{23EABB54-BED1-4A02-A2BF-B1DD413B92E0}" type="presParOf" srcId="{A188B04F-752E-4970-92B6-C7A125380032}" destId="{E4B8B881-1036-466A-A267-E590BCAA47DE}" srcOrd="1" destOrd="0" presId="urn:microsoft.com/office/officeart/2008/layout/SquareAccentList"/>
    <dgm:cxn modelId="{6FE4B491-873C-445F-BDF0-275D1BFC62A7}" type="presParOf" srcId="{BB851905-C2D5-4CA2-ADEC-6F54C310A0A3}" destId="{2BDB4761-C26D-4B93-802B-766A3FA348A7}" srcOrd="2" destOrd="0" presId="urn:microsoft.com/office/officeart/2008/layout/SquareAccentList"/>
    <dgm:cxn modelId="{38DA3250-7BD1-4034-93C3-0544EF1FA328}" type="presParOf" srcId="{2BDB4761-C26D-4B93-802B-766A3FA348A7}" destId="{7CC8399D-F12C-4957-8FE7-724E646EEE18}" srcOrd="0" destOrd="0" presId="urn:microsoft.com/office/officeart/2008/layout/SquareAccentList"/>
    <dgm:cxn modelId="{293271AB-6B13-43BE-BE84-578BAA5780F0}" type="presParOf" srcId="{7CC8399D-F12C-4957-8FE7-724E646EEE18}" destId="{A6493F14-327E-4211-851A-2D810375D8FC}" srcOrd="0" destOrd="0" presId="urn:microsoft.com/office/officeart/2008/layout/SquareAccentList"/>
    <dgm:cxn modelId="{9499482C-BFAC-4647-A0BD-C53144B42863}" type="presParOf" srcId="{7CC8399D-F12C-4957-8FE7-724E646EEE18}" destId="{364A843E-C333-4AD2-AA3D-987B14441BC9}" srcOrd="1" destOrd="0" presId="urn:microsoft.com/office/officeart/2008/layout/SquareAccentList"/>
    <dgm:cxn modelId="{64A0F485-4862-4BD9-9495-AF61D110AE58}" type="presParOf" srcId="{7CC8399D-F12C-4957-8FE7-724E646EEE18}" destId="{F6B2D970-DD5A-421C-8E8B-85C79EC20AEC}" srcOrd="2" destOrd="0" presId="urn:microsoft.com/office/officeart/2008/layout/SquareAccentList"/>
    <dgm:cxn modelId="{574C1B7B-643B-4F71-976D-D7E8CF99082B}" type="presParOf" srcId="{2BDB4761-C26D-4B93-802B-766A3FA348A7}" destId="{1FE260EA-99D0-40F5-AE8B-677AC4197131}" srcOrd="1" destOrd="0" presId="urn:microsoft.com/office/officeart/2008/layout/SquareAccentList"/>
    <dgm:cxn modelId="{CF7BAF6B-68EF-4457-A7BF-07C6DF2BA5B7}" type="presParOf" srcId="{1FE260EA-99D0-40F5-AE8B-677AC4197131}" destId="{1ECB7F33-B05A-4737-828B-FDFAFCC8FE62}" srcOrd="0" destOrd="0" presId="urn:microsoft.com/office/officeart/2008/layout/SquareAccentList"/>
    <dgm:cxn modelId="{3340358B-8D74-42DD-AAE1-BE0161034C60}" type="presParOf" srcId="{1ECB7F33-B05A-4737-828B-FDFAFCC8FE62}" destId="{7F9A0E19-3B88-4C54-81EE-51ED865424FC}" srcOrd="0" destOrd="0" presId="urn:microsoft.com/office/officeart/2008/layout/SquareAccentList"/>
    <dgm:cxn modelId="{03E30B9C-E1B4-4867-8F0F-0B7F91B07143}" type="presParOf" srcId="{1ECB7F33-B05A-4737-828B-FDFAFCC8FE62}" destId="{8F4B2019-BF6E-47D4-820E-34B5FDEC5F5A}" srcOrd="1" destOrd="0" presId="urn:microsoft.com/office/officeart/2008/layout/SquareAccentList"/>
    <dgm:cxn modelId="{421A2071-527D-4FEE-8D03-9B7109609077}" type="presParOf" srcId="{1FE260EA-99D0-40F5-AE8B-677AC4197131}" destId="{37A8A3FA-C4B0-4F14-8AA4-FF4A02F1E385}" srcOrd="1" destOrd="0" presId="urn:microsoft.com/office/officeart/2008/layout/SquareAccentList"/>
    <dgm:cxn modelId="{6E7802DF-CAFA-4BBA-80D9-02F47DAD5B72}" type="presParOf" srcId="{37A8A3FA-C4B0-4F14-8AA4-FF4A02F1E385}" destId="{FD7694CC-508F-4DC9-8229-7A12FC811F96}" srcOrd="0" destOrd="0" presId="urn:microsoft.com/office/officeart/2008/layout/SquareAccentList"/>
    <dgm:cxn modelId="{2FA2D425-B390-4A94-8FAC-E9884DAA6A26}" type="presParOf" srcId="{37A8A3FA-C4B0-4F14-8AA4-FF4A02F1E385}" destId="{D96FC28E-C414-4C4C-9CAA-21C15ABC41D1}" srcOrd="1" destOrd="0" presId="urn:microsoft.com/office/officeart/2008/layout/SquareAccentList"/>
    <dgm:cxn modelId="{56EF32B2-D095-4891-8645-8246133A38F8}" type="presParOf" srcId="{1FE260EA-99D0-40F5-AE8B-677AC4197131}" destId="{55B13862-51DA-4E8D-AC6D-3A9516183289}" srcOrd="2" destOrd="0" presId="urn:microsoft.com/office/officeart/2008/layout/SquareAccentList"/>
    <dgm:cxn modelId="{7EDB7FD4-55AF-4DA7-8A8B-6081BBB2EE41}" type="presParOf" srcId="{55B13862-51DA-4E8D-AC6D-3A9516183289}" destId="{A906F591-6A08-44D0-8014-2CE8C4BBCDAA}" srcOrd="0" destOrd="0" presId="urn:microsoft.com/office/officeart/2008/layout/SquareAccentList"/>
    <dgm:cxn modelId="{C8C34358-5EB2-417A-B59B-371D3B9AB355}" type="presParOf" srcId="{55B13862-51DA-4E8D-AC6D-3A9516183289}" destId="{C77D959A-F018-4699-97EC-2ABD0F41DB1E}" srcOrd="1" destOrd="0" presId="urn:microsoft.com/office/officeart/2008/layout/SquareAccentList"/>
    <dgm:cxn modelId="{253E4E53-BF9B-40A9-84EC-D7EC29A5C16A}" type="presParOf" srcId="{1FE260EA-99D0-40F5-AE8B-677AC4197131}" destId="{039C9DC5-C5B9-49CC-8AF7-672BEC614027}" srcOrd="3" destOrd="0" presId="urn:microsoft.com/office/officeart/2008/layout/SquareAccentList"/>
    <dgm:cxn modelId="{C4745A29-0FD9-4D01-8E79-505FEEBCF8DC}" type="presParOf" srcId="{039C9DC5-C5B9-49CC-8AF7-672BEC614027}" destId="{4724A144-819B-4CBF-945B-7E46E9F7A0E7}" srcOrd="0" destOrd="0" presId="urn:microsoft.com/office/officeart/2008/layout/SquareAccentList"/>
    <dgm:cxn modelId="{8DDEE023-8196-473A-9D24-2A7494A521EB}" type="presParOf" srcId="{039C9DC5-C5B9-49CC-8AF7-672BEC614027}" destId="{F7136394-B60D-4CF7-8598-E6CF8B44904B}" srcOrd="1" destOrd="0" presId="urn:microsoft.com/office/officeart/2008/layout/SquareAccentList"/>
    <dgm:cxn modelId="{9187FB3C-79B9-48E7-A4B7-0B1A82ED02D9}" type="presParOf" srcId="{1FE260EA-99D0-40F5-AE8B-677AC4197131}" destId="{EBBD9453-9492-41FA-A810-A556EA8FD4F9}" srcOrd="4" destOrd="0" presId="urn:microsoft.com/office/officeart/2008/layout/SquareAccentList"/>
    <dgm:cxn modelId="{CF3731A9-8AB9-4D13-81E5-D5BC94569C63}" type="presParOf" srcId="{EBBD9453-9492-41FA-A810-A556EA8FD4F9}" destId="{B8328A6C-DC7F-406E-8168-C55DF8AEEFDD}" srcOrd="0" destOrd="0" presId="urn:microsoft.com/office/officeart/2008/layout/SquareAccentList"/>
    <dgm:cxn modelId="{E0306CB6-C5AE-4C70-9D4C-A723A99A7A86}" type="presParOf" srcId="{EBBD9453-9492-41FA-A810-A556EA8FD4F9}" destId="{642CC9EE-D986-43F7-858C-5A200AA5D602}" srcOrd="1" destOrd="0" presId="urn:microsoft.com/office/officeart/2008/layout/SquareAccentList"/>
    <dgm:cxn modelId="{27916FE7-ABA8-40F7-9A6A-0542A1E87A5F}" type="presParOf" srcId="{1FE260EA-99D0-40F5-AE8B-677AC4197131}" destId="{A9044A1B-A793-402B-9466-A7DA7908284D}" srcOrd="5" destOrd="0" presId="urn:microsoft.com/office/officeart/2008/layout/SquareAccentList"/>
    <dgm:cxn modelId="{3EC4464C-5CF0-4AF6-86B3-98764F0A7591}" type="presParOf" srcId="{A9044A1B-A793-402B-9466-A7DA7908284D}" destId="{505FA7E4-007B-4372-A9C9-446F0D75A77E}" srcOrd="0" destOrd="0" presId="urn:microsoft.com/office/officeart/2008/layout/SquareAccentList"/>
    <dgm:cxn modelId="{FABB08E5-F69C-4F1B-AB0F-6F724C6C73C9}" type="presParOf" srcId="{A9044A1B-A793-402B-9466-A7DA7908284D}" destId="{28490C22-BDD1-41BC-B8F6-31FC67AE6AB3}" srcOrd="1" destOrd="0" presId="urn:microsoft.com/office/officeart/2008/layout/SquareAccentList"/>
    <dgm:cxn modelId="{844EED18-9847-401A-ABC0-F2D95E5FDDEA}" type="presParOf" srcId="{BB851905-C2D5-4CA2-ADEC-6F54C310A0A3}" destId="{642DBB26-62EA-4929-BC27-E8814F761BFA}" srcOrd="3" destOrd="0" presId="urn:microsoft.com/office/officeart/2008/layout/SquareAccentList"/>
    <dgm:cxn modelId="{347B7011-681B-4D83-A591-0F17007D28F5}" type="presParOf" srcId="{642DBB26-62EA-4929-BC27-E8814F761BFA}" destId="{C0C33485-68D8-4CA1-A70B-C81E64EAEC6C}" srcOrd="0" destOrd="0" presId="urn:microsoft.com/office/officeart/2008/layout/SquareAccentList"/>
    <dgm:cxn modelId="{B801C464-9E0E-41FD-AD1D-B65473B8FC6A}" type="presParOf" srcId="{C0C33485-68D8-4CA1-A70B-C81E64EAEC6C}" destId="{2A33E178-86BD-4F69-B3E1-182725901609}" srcOrd="0" destOrd="0" presId="urn:microsoft.com/office/officeart/2008/layout/SquareAccentList"/>
    <dgm:cxn modelId="{52DAF629-EB08-4F28-A511-DB16AD990972}" type="presParOf" srcId="{C0C33485-68D8-4CA1-A70B-C81E64EAEC6C}" destId="{15D00AF5-91CC-4A3F-AD87-641E9C45FFA4}" srcOrd="1" destOrd="0" presId="urn:microsoft.com/office/officeart/2008/layout/SquareAccentList"/>
    <dgm:cxn modelId="{A24586DA-B5DA-4200-A914-F84929A5CDB5}" type="presParOf" srcId="{C0C33485-68D8-4CA1-A70B-C81E64EAEC6C}" destId="{E6A1B231-CE66-4F36-B29A-BD4851EB40AE}" srcOrd="2" destOrd="0" presId="urn:microsoft.com/office/officeart/2008/layout/SquareAccentList"/>
    <dgm:cxn modelId="{87E7B091-6F74-4EF8-BAC1-3BC871ADD6A7}" type="presParOf" srcId="{642DBB26-62EA-4929-BC27-E8814F761BFA}" destId="{56CC4D69-71B4-4B40-B926-AD38715BF523}" srcOrd="1" destOrd="0" presId="urn:microsoft.com/office/officeart/2008/layout/SquareAccentList"/>
    <dgm:cxn modelId="{CB8B5C0A-DB49-48D1-976F-87C63A81DA49}" type="presParOf" srcId="{56CC4D69-71B4-4B40-B926-AD38715BF523}" destId="{1F001BA5-69D2-43F9-B667-C1668CB0C3C1}" srcOrd="0" destOrd="0" presId="urn:microsoft.com/office/officeart/2008/layout/SquareAccentList"/>
    <dgm:cxn modelId="{95C922F1-4F27-4470-AA54-AE4E2208105F}" type="presParOf" srcId="{1F001BA5-69D2-43F9-B667-C1668CB0C3C1}" destId="{E96BA95A-DD63-4FF9-9567-FD66BF7FD2FF}" srcOrd="0" destOrd="0" presId="urn:microsoft.com/office/officeart/2008/layout/SquareAccentList"/>
    <dgm:cxn modelId="{ABA38A68-8755-4151-BEB1-E28BEBA86B01}" type="presParOf" srcId="{1F001BA5-69D2-43F9-B667-C1668CB0C3C1}" destId="{E72FE695-9BD5-4CBE-AC46-91294554FE51}" srcOrd="1" destOrd="0" presId="urn:microsoft.com/office/officeart/2008/layout/SquareAccentList"/>
    <dgm:cxn modelId="{5B1180B4-0F1D-4C29-BE22-AAB2FD5C5F35}" type="presParOf" srcId="{56CC4D69-71B4-4B40-B926-AD38715BF523}" destId="{225741C6-FD1A-470D-8864-F7BAB429D3E3}" srcOrd="1" destOrd="0" presId="urn:microsoft.com/office/officeart/2008/layout/SquareAccentList"/>
    <dgm:cxn modelId="{AB9B569F-67E6-483E-B6A5-D0B979DBD715}" type="presParOf" srcId="{225741C6-FD1A-470D-8864-F7BAB429D3E3}" destId="{3A826660-BEA1-4064-9107-65183D4F5A5E}" srcOrd="0" destOrd="0" presId="urn:microsoft.com/office/officeart/2008/layout/SquareAccentList"/>
    <dgm:cxn modelId="{73B1D016-CCDA-4712-9AA6-FBF92BBACF87}" type="presParOf" srcId="{225741C6-FD1A-470D-8864-F7BAB429D3E3}" destId="{5586A342-8867-4D94-95EA-266B3C6089FB}" srcOrd="1" destOrd="0" presId="urn:microsoft.com/office/officeart/2008/layout/SquareAccentList"/>
    <dgm:cxn modelId="{5313C139-3421-42E0-B18B-37FA39B543C3}" type="presParOf" srcId="{56CC4D69-71B4-4B40-B926-AD38715BF523}" destId="{F91CB1E2-D33A-470D-BF88-884E7D7FA0EE}" srcOrd="2" destOrd="0" presId="urn:microsoft.com/office/officeart/2008/layout/SquareAccentList"/>
    <dgm:cxn modelId="{8B75FD45-4AEE-4130-93D8-D2FD5290F228}" type="presParOf" srcId="{F91CB1E2-D33A-470D-BF88-884E7D7FA0EE}" destId="{917B280E-BB8F-436B-AAC6-08337C50CC1D}" srcOrd="0" destOrd="0" presId="urn:microsoft.com/office/officeart/2008/layout/SquareAccentList"/>
    <dgm:cxn modelId="{375080CA-3D79-4A66-A41D-187AF42D6D48}" type="presParOf" srcId="{F91CB1E2-D33A-470D-BF88-884E7D7FA0EE}" destId="{1C746752-84C2-4E9A-866F-51C5604B13A4}" srcOrd="1" destOrd="0" presId="urn:microsoft.com/office/officeart/2008/layout/SquareAccentList"/>
    <dgm:cxn modelId="{9B344F95-6E95-4ECF-8C0A-0442B1FF05AC}" type="presParOf" srcId="{56CC4D69-71B4-4B40-B926-AD38715BF523}" destId="{6FC63055-5AE7-4416-9E12-B839E5DAE8AA}" srcOrd="3" destOrd="0" presId="urn:microsoft.com/office/officeart/2008/layout/SquareAccentList"/>
    <dgm:cxn modelId="{C080256B-3B1A-4D6C-8BB3-3508C62A5DA5}" type="presParOf" srcId="{6FC63055-5AE7-4416-9E12-B839E5DAE8AA}" destId="{A5A01371-E7E3-4398-ACD8-B734462AEF9F}" srcOrd="0" destOrd="0" presId="urn:microsoft.com/office/officeart/2008/layout/SquareAccentList"/>
    <dgm:cxn modelId="{B453F4BA-95FD-44BF-91E6-29788EB87B6A}" type="presParOf" srcId="{6FC63055-5AE7-4416-9E12-B839E5DAE8AA}" destId="{10F0A27E-84C8-4E54-9800-BEEF31717CCD}" srcOrd="1" destOrd="0" presId="urn:microsoft.com/office/officeart/2008/layout/SquareAccentList"/>
    <dgm:cxn modelId="{8E6B6E29-0243-4B95-BCFE-EBFF4458ED75}" type="presParOf" srcId="{56CC4D69-71B4-4B40-B926-AD38715BF523}" destId="{DC18A503-7817-4DC2-BB07-A3C7B6483F09}" srcOrd="4" destOrd="0" presId="urn:microsoft.com/office/officeart/2008/layout/SquareAccentList"/>
    <dgm:cxn modelId="{E72DFBD4-9018-4A83-A4EF-771D07C2CCF0}" type="presParOf" srcId="{DC18A503-7817-4DC2-BB07-A3C7B6483F09}" destId="{7AB6F69D-DFF1-4F81-AA5B-C155F2744607}" srcOrd="0" destOrd="0" presId="urn:microsoft.com/office/officeart/2008/layout/SquareAccentList"/>
    <dgm:cxn modelId="{436510A8-A2A8-47B7-A1CE-9857741CF8D3}" type="presParOf" srcId="{DC18A503-7817-4DC2-BB07-A3C7B6483F09}" destId="{6837B7B5-8618-450F-B406-F6CD8FD8270F}" srcOrd="1" destOrd="0" presId="urn:microsoft.com/office/officeart/2008/layout/SquareAccentList"/>
    <dgm:cxn modelId="{0DEB55AD-8314-460C-953F-A647F731C75D}" type="presParOf" srcId="{56CC4D69-71B4-4B40-B926-AD38715BF523}" destId="{D0BC3D4E-9315-4FED-B6BF-CC9E983EA3D8}" srcOrd="5" destOrd="0" presId="urn:microsoft.com/office/officeart/2008/layout/SquareAccentList"/>
    <dgm:cxn modelId="{80B6B045-3A3F-471A-876D-766765D6AD92}" type="presParOf" srcId="{D0BC3D4E-9315-4FED-B6BF-CC9E983EA3D8}" destId="{9E802FA7-94D8-4EB9-A920-CA912C4F20B0}" srcOrd="0" destOrd="0" presId="urn:microsoft.com/office/officeart/2008/layout/SquareAccentList"/>
    <dgm:cxn modelId="{CED4DBEB-C775-4F86-A43D-A2CF3D733A89}" type="presParOf" srcId="{D0BC3D4E-9315-4FED-B6BF-CC9E983EA3D8}" destId="{3FFC65A7-3440-4B99-9D51-B6D5F32C68CC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7FFF12-ACB9-4B59-A806-5E6140FFDE21}">
      <dsp:nvSpPr>
        <dsp:cNvPr id="0" name=""/>
        <dsp:cNvSpPr/>
      </dsp:nvSpPr>
      <dsp:spPr>
        <a:xfrm>
          <a:off x="-6442740" y="-985414"/>
          <a:ext cx="7668588" cy="7668588"/>
        </a:xfrm>
        <a:prstGeom prst="blockArc">
          <a:avLst>
            <a:gd name="adj1" fmla="val 18900000"/>
            <a:gd name="adj2" fmla="val 2700000"/>
            <a:gd name="adj3" fmla="val 282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4E37E4-0930-4FD0-A631-4F3B647F696C}">
      <dsp:nvSpPr>
        <dsp:cNvPr id="0" name=""/>
        <dsp:cNvSpPr/>
      </dsp:nvSpPr>
      <dsp:spPr>
        <a:xfrm>
          <a:off x="456308" y="300043"/>
          <a:ext cx="6341946" cy="5998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139" tIns="73660" rIns="73660" bIns="7366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>
              <a:latin typeface="Segoe UI Black" panose="020B0A02040204020203" pitchFamily="34" charset="0"/>
              <a:ea typeface="Segoe UI Black" panose="020B0A02040204020203" pitchFamily="34" charset="0"/>
            </a:rPr>
            <a:t>Data dictionary</a:t>
          </a:r>
          <a:endParaRPr lang="en-US" sz="2900" kern="1200" dirty="0"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456308" y="300043"/>
        <a:ext cx="6341946" cy="599860"/>
      </dsp:txXfrm>
    </dsp:sp>
    <dsp:sp modelId="{31193447-B8E2-4473-92BF-A6FB854E02DC}">
      <dsp:nvSpPr>
        <dsp:cNvPr id="0" name=""/>
        <dsp:cNvSpPr/>
      </dsp:nvSpPr>
      <dsp:spPr>
        <a:xfrm>
          <a:off x="81396" y="225061"/>
          <a:ext cx="749825" cy="7498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D07EEB-DCB6-4B0A-861A-B8AB3A89DF0D}">
      <dsp:nvSpPr>
        <dsp:cNvPr id="0" name=""/>
        <dsp:cNvSpPr/>
      </dsp:nvSpPr>
      <dsp:spPr>
        <a:xfrm>
          <a:off x="949734" y="1199720"/>
          <a:ext cx="5848520" cy="5998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139" tIns="73660" rIns="73660" bIns="7366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>
              <a:latin typeface="Segoe UI Black" panose="020B0A02040204020203" pitchFamily="34" charset="0"/>
              <a:ea typeface="Segoe UI Black" panose="020B0A02040204020203" pitchFamily="34" charset="0"/>
            </a:rPr>
            <a:t>Data modeling</a:t>
          </a:r>
          <a:endParaRPr lang="en-US" sz="2900" kern="1200" dirty="0"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949734" y="1199720"/>
        <a:ext cx="5848520" cy="599860"/>
      </dsp:txXfrm>
    </dsp:sp>
    <dsp:sp modelId="{0958E9C1-0474-40E7-ACC9-C4BFB2AAF96B}">
      <dsp:nvSpPr>
        <dsp:cNvPr id="0" name=""/>
        <dsp:cNvSpPr/>
      </dsp:nvSpPr>
      <dsp:spPr>
        <a:xfrm>
          <a:off x="574822" y="1124737"/>
          <a:ext cx="749825" cy="7498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BAA0E9-94B3-4B27-B6C9-FACCDA7CAE79}">
      <dsp:nvSpPr>
        <dsp:cNvPr id="0" name=""/>
        <dsp:cNvSpPr/>
      </dsp:nvSpPr>
      <dsp:spPr>
        <a:xfrm>
          <a:off x="1175365" y="2099396"/>
          <a:ext cx="5622889" cy="5998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139" tIns="73660" rIns="73660" bIns="7366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>
              <a:latin typeface="Segoe UI Black" panose="020B0A02040204020203" pitchFamily="34" charset="0"/>
              <a:ea typeface="Segoe UI Black" panose="020B0A02040204020203" pitchFamily="34" charset="0"/>
            </a:rPr>
            <a:t>Data preprocessing</a:t>
          </a:r>
          <a:endParaRPr lang="en-US" sz="2900" kern="1200" dirty="0"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1175365" y="2099396"/>
        <a:ext cx="5622889" cy="599860"/>
      </dsp:txXfrm>
    </dsp:sp>
    <dsp:sp modelId="{C962CD7B-5A29-453C-A2E9-0B4CE2F28731}">
      <dsp:nvSpPr>
        <dsp:cNvPr id="0" name=""/>
        <dsp:cNvSpPr/>
      </dsp:nvSpPr>
      <dsp:spPr>
        <a:xfrm>
          <a:off x="800453" y="2024413"/>
          <a:ext cx="749825" cy="7498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C7B7A8-FAF1-4A72-B6DA-67E3E6D25DD7}">
      <dsp:nvSpPr>
        <dsp:cNvPr id="0" name=""/>
        <dsp:cNvSpPr/>
      </dsp:nvSpPr>
      <dsp:spPr>
        <a:xfrm>
          <a:off x="1175365" y="2998502"/>
          <a:ext cx="5622889" cy="5998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139" tIns="73660" rIns="73660" bIns="7366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>
              <a:latin typeface="Segoe UI Black" panose="020B0A02040204020203" pitchFamily="34" charset="0"/>
              <a:ea typeface="Segoe UI Black" panose="020B0A02040204020203" pitchFamily="34" charset="0"/>
            </a:rPr>
            <a:t>Data visualization</a:t>
          </a:r>
          <a:endParaRPr lang="en-US" sz="2900" kern="1200" dirty="0"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1175365" y="2998502"/>
        <a:ext cx="5622889" cy="599860"/>
      </dsp:txXfrm>
    </dsp:sp>
    <dsp:sp modelId="{F9B06B83-F719-4A8D-A140-0350B1CCFECF}">
      <dsp:nvSpPr>
        <dsp:cNvPr id="0" name=""/>
        <dsp:cNvSpPr/>
      </dsp:nvSpPr>
      <dsp:spPr>
        <a:xfrm>
          <a:off x="800453" y="2923520"/>
          <a:ext cx="749825" cy="7498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8FC90E-0386-41C2-8CD9-BB432B12012A}">
      <dsp:nvSpPr>
        <dsp:cNvPr id="0" name=""/>
        <dsp:cNvSpPr/>
      </dsp:nvSpPr>
      <dsp:spPr>
        <a:xfrm>
          <a:off x="949734" y="3898178"/>
          <a:ext cx="5848520" cy="5998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139" tIns="73660" rIns="73660" bIns="7366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>
              <a:latin typeface="Segoe UI Black" panose="020B0A02040204020203" pitchFamily="34" charset="0"/>
              <a:ea typeface="Segoe UI Black" panose="020B0A02040204020203" pitchFamily="34" charset="0"/>
            </a:rPr>
            <a:t>Generative AI</a:t>
          </a:r>
          <a:endParaRPr lang="en-US" sz="2900" kern="1200" dirty="0"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949734" y="3898178"/>
        <a:ext cx="5848520" cy="599860"/>
      </dsp:txXfrm>
    </dsp:sp>
    <dsp:sp modelId="{79BB8AAE-8D52-403B-89A6-7F6C0210842A}">
      <dsp:nvSpPr>
        <dsp:cNvPr id="0" name=""/>
        <dsp:cNvSpPr/>
      </dsp:nvSpPr>
      <dsp:spPr>
        <a:xfrm>
          <a:off x="574822" y="3823196"/>
          <a:ext cx="749825" cy="7498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58CFEE-C9DB-4A96-815B-00A3BF271A83}">
      <dsp:nvSpPr>
        <dsp:cNvPr id="0" name=""/>
        <dsp:cNvSpPr/>
      </dsp:nvSpPr>
      <dsp:spPr>
        <a:xfrm>
          <a:off x="456308" y="4797854"/>
          <a:ext cx="6341946" cy="5998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139" tIns="73660" rIns="73660" bIns="7366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>
              <a:latin typeface="Segoe UI Black" panose="020B0A02040204020203" pitchFamily="34" charset="0"/>
              <a:ea typeface="Segoe UI Black" panose="020B0A02040204020203" pitchFamily="34" charset="0"/>
            </a:rPr>
            <a:t>Take action</a:t>
          </a:r>
          <a:endParaRPr lang="en-US" sz="2900" kern="1200" dirty="0"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456308" y="4797854"/>
        <a:ext cx="6341946" cy="599860"/>
      </dsp:txXfrm>
    </dsp:sp>
    <dsp:sp modelId="{7C9DD575-F6D6-4FFE-9242-791573AC1AA7}">
      <dsp:nvSpPr>
        <dsp:cNvPr id="0" name=""/>
        <dsp:cNvSpPr/>
      </dsp:nvSpPr>
      <dsp:spPr>
        <a:xfrm>
          <a:off x="81396" y="4722872"/>
          <a:ext cx="749825" cy="7498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E79C2F-0703-4DA2-90DE-D21175A766E6}">
      <dsp:nvSpPr>
        <dsp:cNvPr id="0" name=""/>
        <dsp:cNvSpPr/>
      </dsp:nvSpPr>
      <dsp:spPr>
        <a:xfrm>
          <a:off x="2665" y="478203"/>
          <a:ext cx="2262681" cy="2661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90DC6-E218-48E7-BDF0-6FCF00652A3E}">
      <dsp:nvSpPr>
        <dsp:cNvPr id="0" name=""/>
        <dsp:cNvSpPr/>
      </dsp:nvSpPr>
      <dsp:spPr>
        <a:xfrm>
          <a:off x="2665" y="578176"/>
          <a:ext cx="166224" cy="166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90B014-71D5-4BFE-BBD9-52FD3E375392}">
      <dsp:nvSpPr>
        <dsp:cNvPr id="0" name=""/>
        <dsp:cNvSpPr/>
      </dsp:nvSpPr>
      <dsp:spPr>
        <a:xfrm>
          <a:off x="2665" y="0"/>
          <a:ext cx="2262681" cy="478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Revenue	</a:t>
          </a:r>
          <a:endParaRPr lang="en-US" sz="24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2665" y="0"/>
        <a:ext cx="2262681" cy="478203"/>
      </dsp:txXfrm>
    </dsp:sp>
    <dsp:sp modelId="{74783F71-2D1E-4A13-AB39-04B636A99AEF}">
      <dsp:nvSpPr>
        <dsp:cNvPr id="0" name=""/>
        <dsp:cNvSpPr/>
      </dsp:nvSpPr>
      <dsp:spPr>
        <a:xfrm>
          <a:off x="2665" y="965641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FA993F-29D6-49D4-A8C9-FC0F6168E646}">
      <dsp:nvSpPr>
        <dsp:cNvPr id="0" name=""/>
        <dsp:cNvSpPr/>
      </dsp:nvSpPr>
      <dsp:spPr>
        <a:xfrm>
          <a:off x="161053" y="855021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</a:t>
          </a:r>
          <a:r>
            <a:rPr lang="en-US" sz="1100" kern="1200" baseline="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 Revenue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161053" y="855021"/>
        <a:ext cx="2104293" cy="387460"/>
      </dsp:txXfrm>
    </dsp:sp>
    <dsp:sp modelId="{B9ED9010-0F1B-4AAB-A32E-9430695048FF}">
      <dsp:nvSpPr>
        <dsp:cNvPr id="0" name=""/>
        <dsp:cNvSpPr/>
      </dsp:nvSpPr>
      <dsp:spPr>
        <a:xfrm>
          <a:off x="2665" y="1353101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046AA1-CA0E-4860-A973-CF43A7AB9F43}">
      <dsp:nvSpPr>
        <dsp:cNvPr id="0" name=""/>
        <dsp:cNvSpPr/>
      </dsp:nvSpPr>
      <dsp:spPr>
        <a:xfrm>
          <a:off x="161053" y="1242481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 Order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161053" y="1242481"/>
        <a:ext cx="2104293" cy="387460"/>
      </dsp:txXfrm>
    </dsp:sp>
    <dsp:sp modelId="{6F1B2032-1FEA-4D3D-BC34-B197E2DBC352}">
      <dsp:nvSpPr>
        <dsp:cNvPr id="0" name=""/>
        <dsp:cNvSpPr/>
      </dsp:nvSpPr>
      <dsp:spPr>
        <a:xfrm>
          <a:off x="2665" y="1740562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2D77FC-6FDA-4684-860C-F377DB980DD6}">
      <dsp:nvSpPr>
        <dsp:cNvPr id="0" name=""/>
        <dsp:cNvSpPr/>
      </dsp:nvSpPr>
      <dsp:spPr>
        <a:xfrm>
          <a:off x="161053" y="1629942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Order Value</a:t>
          </a:r>
        </a:p>
      </dsp:txBody>
      <dsp:txXfrm>
        <a:off x="161053" y="1629942"/>
        <a:ext cx="2104293" cy="387460"/>
      </dsp:txXfrm>
    </dsp:sp>
    <dsp:sp modelId="{AC77B317-89CD-4F78-A3D1-AC6935BB8D7C}">
      <dsp:nvSpPr>
        <dsp:cNvPr id="0" name=""/>
        <dsp:cNvSpPr/>
      </dsp:nvSpPr>
      <dsp:spPr>
        <a:xfrm>
          <a:off x="2665" y="2128023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F6B2D2-AEA0-4B55-83DA-D2C4D9239B2E}">
      <dsp:nvSpPr>
        <dsp:cNvPr id="0" name=""/>
        <dsp:cNvSpPr/>
      </dsp:nvSpPr>
      <dsp:spPr>
        <a:xfrm>
          <a:off x="161053" y="2017403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Revenue by City</a:t>
          </a:r>
        </a:p>
      </dsp:txBody>
      <dsp:txXfrm>
        <a:off x="161053" y="2017403"/>
        <a:ext cx="2104293" cy="387460"/>
      </dsp:txXfrm>
    </dsp:sp>
    <dsp:sp modelId="{9A205D92-C507-41FC-807D-32167675230C}">
      <dsp:nvSpPr>
        <dsp:cNvPr id="0" name=""/>
        <dsp:cNvSpPr/>
      </dsp:nvSpPr>
      <dsp:spPr>
        <a:xfrm>
          <a:off x="2665" y="2515484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1C3ABA-1F93-4D10-99F1-CFF952BF4D40}">
      <dsp:nvSpPr>
        <dsp:cNvPr id="0" name=""/>
        <dsp:cNvSpPr/>
      </dsp:nvSpPr>
      <dsp:spPr>
        <a:xfrm>
          <a:off x="161053" y="2404864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Revenue by Category</a:t>
          </a:r>
        </a:p>
      </dsp:txBody>
      <dsp:txXfrm>
        <a:off x="161053" y="2404864"/>
        <a:ext cx="2104293" cy="387460"/>
      </dsp:txXfrm>
    </dsp:sp>
    <dsp:sp modelId="{A1155DD9-F94F-4D90-9588-A8BAC1A18DA8}">
      <dsp:nvSpPr>
        <dsp:cNvPr id="0" name=""/>
        <dsp:cNvSpPr/>
      </dsp:nvSpPr>
      <dsp:spPr>
        <a:xfrm>
          <a:off x="2665" y="2902944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042207-4394-48D2-B843-00A3C5C6EDEC}">
      <dsp:nvSpPr>
        <dsp:cNvPr id="0" name=""/>
        <dsp:cNvSpPr/>
      </dsp:nvSpPr>
      <dsp:spPr>
        <a:xfrm>
          <a:off x="161053" y="2792324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Revenue by Month</a:t>
          </a:r>
        </a:p>
      </dsp:txBody>
      <dsp:txXfrm>
        <a:off x="161053" y="2792324"/>
        <a:ext cx="2104293" cy="387460"/>
      </dsp:txXfrm>
    </dsp:sp>
    <dsp:sp modelId="{96970A7A-9FE0-4447-B4C5-57A1E7D8B91E}">
      <dsp:nvSpPr>
        <dsp:cNvPr id="0" name=""/>
        <dsp:cNvSpPr/>
      </dsp:nvSpPr>
      <dsp:spPr>
        <a:xfrm>
          <a:off x="2378481" y="478203"/>
          <a:ext cx="2262681" cy="2661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23040-BA3C-41CC-9659-2E800F21FC08}">
      <dsp:nvSpPr>
        <dsp:cNvPr id="0" name=""/>
        <dsp:cNvSpPr/>
      </dsp:nvSpPr>
      <dsp:spPr>
        <a:xfrm>
          <a:off x="2378481" y="578176"/>
          <a:ext cx="166224" cy="166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7A30B3-B72B-4292-9C32-5CE898C82E8E}">
      <dsp:nvSpPr>
        <dsp:cNvPr id="0" name=""/>
        <dsp:cNvSpPr/>
      </dsp:nvSpPr>
      <dsp:spPr>
        <a:xfrm>
          <a:off x="2378481" y="0"/>
          <a:ext cx="2262681" cy="478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Customer</a:t>
          </a:r>
          <a:endParaRPr lang="en-US" sz="24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2378481" y="0"/>
        <a:ext cx="2262681" cy="478203"/>
      </dsp:txXfrm>
    </dsp:sp>
    <dsp:sp modelId="{73804B27-2ECD-4E07-906B-B22A925BC0BE}">
      <dsp:nvSpPr>
        <dsp:cNvPr id="0" name=""/>
        <dsp:cNvSpPr/>
      </dsp:nvSpPr>
      <dsp:spPr>
        <a:xfrm>
          <a:off x="2378481" y="965641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87A0EA-8A7C-4703-B59B-BA96D267EBFC}">
      <dsp:nvSpPr>
        <dsp:cNvPr id="0" name=""/>
        <dsp:cNvSpPr/>
      </dsp:nvSpPr>
      <dsp:spPr>
        <a:xfrm>
          <a:off x="2536869" y="855021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 Customer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2536869" y="855021"/>
        <a:ext cx="2104293" cy="387460"/>
      </dsp:txXfrm>
    </dsp:sp>
    <dsp:sp modelId="{C6B0EE49-072D-4182-8C4A-CFACFA1B2B83}">
      <dsp:nvSpPr>
        <dsp:cNvPr id="0" name=""/>
        <dsp:cNvSpPr/>
      </dsp:nvSpPr>
      <dsp:spPr>
        <a:xfrm>
          <a:off x="2378481" y="1353101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B485B5-D9CF-491C-BB08-776CDDC8526B}">
      <dsp:nvSpPr>
        <dsp:cNvPr id="0" name=""/>
        <dsp:cNvSpPr/>
      </dsp:nvSpPr>
      <dsp:spPr>
        <a:xfrm>
          <a:off x="2536869" y="1242481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 Order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2536869" y="1242481"/>
        <a:ext cx="2104293" cy="387460"/>
      </dsp:txXfrm>
    </dsp:sp>
    <dsp:sp modelId="{93539F0A-064E-4017-9084-D3988A606D7B}">
      <dsp:nvSpPr>
        <dsp:cNvPr id="0" name=""/>
        <dsp:cNvSpPr/>
      </dsp:nvSpPr>
      <dsp:spPr>
        <a:xfrm>
          <a:off x="2378481" y="1740562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4282B2-DFBA-40BB-B8BF-FA6E5DE7067B}">
      <dsp:nvSpPr>
        <dsp:cNvPr id="0" name=""/>
        <dsp:cNvSpPr/>
      </dsp:nvSpPr>
      <dsp:spPr>
        <a:xfrm>
          <a:off x="2536869" y="1629942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Order Value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2536869" y="1629942"/>
        <a:ext cx="2104293" cy="387460"/>
      </dsp:txXfrm>
    </dsp:sp>
    <dsp:sp modelId="{9B06E333-B969-419A-B614-EE74AF46F661}">
      <dsp:nvSpPr>
        <dsp:cNvPr id="0" name=""/>
        <dsp:cNvSpPr/>
      </dsp:nvSpPr>
      <dsp:spPr>
        <a:xfrm>
          <a:off x="2378481" y="2128023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B799B-27D3-43E4-A2E5-2B74C6DB24B2}">
      <dsp:nvSpPr>
        <dsp:cNvPr id="0" name=""/>
        <dsp:cNvSpPr/>
      </dsp:nvSpPr>
      <dsp:spPr>
        <a:xfrm>
          <a:off x="2536869" y="2017403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 Customer by City</a:t>
          </a:r>
        </a:p>
      </dsp:txBody>
      <dsp:txXfrm>
        <a:off x="2536869" y="2017403"/>
        <a:ext cx="2104293" cy="387460"/>
      </dsp:txXfrm>
    </dsp:sp>
    <dsp:sp modelId="{C3EF68B5-3A27-4544-AB26-19BC9CBE8D21}">
      <dsp:nvSpPr>
        <dsp:cNvPr id="0" name=""/>
        <dsp:cNvSpPr/>
      </dsp:nvSpPr>
      <dsp:spPr>
        <a:xfrm>
          <a:off x="2378481" y="2515484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70F8B7-F832-428F-B254-172592A601C4}">
      <dsp:nvSpPr>
        <dsp:cNvPr id="0" name=""/>
        <dsp:cNvSpPr/>
      </dsp:nvSpPr>
      <dsp:spPr>
        <a:xfrm>
          <a:off x="2536869" y="2404864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Repeat Rate</a:t>
          </a:r>
        </a:p>
      </dsp:txBody>
      <dsp:txXfrm>
        <a:off x="2536869" y="2404864"/>
        <a:ext cx="2104293" cy="387460"/>
      </dsp:txXfrm>
    </dsp:sp>
    <dsp:sp modelId="{C7CF696F-6D12-4468-99BD-EF822C380D0D}">
      <dsp:nvSpPr>
        <dsp:cNvPr id="0" name=""/>
        <dsp:cNvSpPr/>
      </dsp:nvSpPr>
      <dsp:spPr>
        <a:xfrm>
          <a:off x="2378481" y="2902944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B8B881-1036-466A-A267-E590BCAA47DE}">
      <dsp:nvSpPr>
        <dsp:cNvPr id="0" name=""/>
        <dsp:cNvSpPr/>
      </dsp:nvSpPr>
      <dsp:spPr>
        <a:xfrm>
          <a:off x="2536869" y="2792324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review score</a:t>
          </a:r>
        </a:p>
      </dsp:txBody>
      <dsp:txXfrm>
        <a:off x="2536869" y="2792324"/>
        <a:ext cx="2104293" cy="387460"/>
      </dsp:txXfrm>
    </dsp:sp>
    <dsp:sp modelId="{A6493F14-327E-4211-851A-2D810375D8FC}">
      <dsp:nvSpPr>
        <dsp:cNvPr id="0" name=""/>
        <dsp:cNvSpPr/>
      </dsp:nvSpPr>
      <dsp:spPr>
        <a:xfrm>
          <a:off x="4754297" y="478203"/>
          <a:ext cx="2262681" cy="2661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A843E-C333-4AD2-AA3D-987B14441BC9}">
      <dsp:nvSpPr>
        <dsp:cNvPr id="0" name=""/>
        <dsp:cNvSpPr/>
      </dsp:nvSpPr>
      <dsp:spPr>
        <a:xfrm>
          <a:off x="4754297" y="578176"/>
          <a:ext cx="166224" cy="166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B2D970-DD5A-421C-8E8B-85C79EC20AEC}">
      <dsp:nvSpPr>
        <dsp:cNvPr id="0" name=""/>
        <dsp:cNvSpPr/>
      </dsp:nvSpPr>
      <dsp:spPr>
        <a:xfrm>
          <a:off x="4754297" y="0"/>
          <a:ext cx="2262681" cy="478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Seller</a:t>
          </a:r>
          <a:endParaRPr lang="en-US" sz="24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4754297" y="0"/>
        <a:ext cx="2262681" cy="478203"/>
      </dsp:txXfrm>
    </dsp:sp>
    <dsp:sp modelId="{7F9A0E19-3B88-4C54-81EE-51ED865424FC}">
      <dsp:nvSpPr>
        <dsp:cNvPr id="0" name=""/>
        <dsp:cNvSpPr/>
      </dsp:nvSpPr>
      <dsp:spPr>
        <a:xfrm>
          <a:off x="4754297" y="965641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4B2019-BF6E-47D4-820E-34B5FDEC5F5A}">
      <dsp:nvSpPr>
        <dsp:cNvPr id="0" name=""/>
        <dsp:cNvSpPr/>
      </dsp:nvSpPr>
      <dsp:spPr>
        <a:xfrm>
          <a:off x="4912684" y="855021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 Seller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4912684" y="855021"/>
        <a:ext cx="2104293" cy="387460"/>
      </dsp:txXfrm>
    </dsp:sp>
    <dsp:sp modelId="{FD7694CC-508F-4DC9-8229-7A12FC811F96}">
      <dsp:nvSpPr>
        <dsp:cNvPr id="0" name=""/>
        <dsp:cNvSpPr/>
      </dsp:nvSpPr>
      <dsp:spPr>
        <a:xfrm>
          <a:off x="4754297" y="1353101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6FC28E-C414-4C4C-9CAA-21C15ABC41D1}">
      <dsp:nvSpPr>
        <dsp:cNvPr id="0" name=""/>
        <dsp:cNvSpPr/>
      </dsp:nvSpPr>
      <dsp:spPr>
        <a:xfrm>
          <a:off x="4912684" y="1242481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Revenue per Seller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4912684" y="1242481"/>
        <a:ext cx="2104293" cy="387460"/>
      </dsp:txXfrm>
    </dsp:sp>
    <dsp:sp modelId="{A906F591-6A08-44D0-8014-2CE8C4BBCDAA}">
      <dsp:nvSpPr>
        <dsp:cNvPr id="0" name=""/>
        <dsp:cNvSpPr/>
      </dsp:nvSpPr>
      <dsp:spPr>
        <a:xfrm>
          <a:off x="4754297" y="1740562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7D959A-F018-4699-97EC-2ABD0F41DB1E}">
      <dsp:nvSpPr>
        <dsp:cNvPr id="0" name=""/>
        <dsp:cNvSpPr/>
      </dsp:nvSpPr>
      <dsp:spPr>
        <a:xfrm>
          <a:off x="4912684" y="1629942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Order Count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4912684" y="1629942"/>
        <a:ext cx="2104293" cy="387460"/>
      </dsp:txXfrm>
    </dsp:sp>
    <dsp:sp modelId="{4724A144-819B-4CBF-945B-7E46E9F7A0E7}">
      <dsp:nvSpPr>
        <dsp:cNvPr id="0" name=""/>
        <dsp:cNvSpPr/>
      </dsp:nvSpPr>
      <dsp:spPr>
        <a:xfrm>
          <a:off x="4754297" y="2128023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136394-B60D-4CF7-8598-E6CF8B44904B}">
      <dsp:nvSpPr>
        <dsp:cNvPr id="0" name=""/>
        <dsp:cNvSpPr/>
      </dsp:nvSpPr>
      <dsp:spPr>
        <a:xfrm>
          <a:off x="4912684" y="2017403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 Product Count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4912684" y="2017403"/>
        <a:ext cx="2104293" cy="387460"/>
      </dsp:txXfrm>
    </dsp:sp>
    <dsp:sp modelId="{B8328A6C-DC7F-406E-8168-C55DF8AEEFDD}">
      <dsp:nvSpPr>
        <dsp:cNvPr id="0" name=""/>
        <dsp:cNvSpPr/>
      </dsp:nvSpPr>
      <dsp:spPr>
        <a:xfrm>
          <a:off x="4754297" y="2515484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2CC9EE-D986-43F7-858C-5A200AA5D602}">
      <dsp:nvSpPr>
        <dsp:cNvPr id="0" name=""/>
        <dsp:cNvSpPr/>
      </dsp:nvSpPr>
      <dsp:spPr>
        <a:xfrm>
          <a:off x="4912684" y="2404864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Review Count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4912684" y="2404864"/>
        <a:ext cx="2104293" cy="387460"/>
      </dsp:txXfrm>
    </dsp:sp>
    <dsp:sp modelId="{505FA7E4-007B-4372-A9C9-446F0D75A77E}">
      <dsp:nvSpPr>
        <dsp:cNvPr id="0" name=""/>
        <dsp:cNvSpPr/>
      </dsp:nvSpPr>
      <dsp:spPr>
        <a:xfrm>
          <a:off x="4754297" y="2902944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90C22-BDD1-41BC-B8F6-31FC67AE6AB3}">
      <dsp:nvSpPr>
        <dsp:cNvPr id="0" name=""/>
        <dsp:cNvSpPr/>
      </dsp:nvSpPr>
      <dsp:spPr>
        <a:xfrm>
          <a:off x="4912684" y="2792324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Review Ccore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4912684" y="2792324"/>
        <a:ext cx="2104293" cy="387460"/>
      </dsp:txXfrm>
    </dsp:sp>
    <dsp:sp modelId="{2A33E178-86BD-4F69-B3E1-182725901609}">
      <dsp:nvSpPr>
        <dsp:cNvPr id="0" name=""/>
        <dsp:cNvSpPr/>
      </dsp:nvSpPr>
      <dsp:spPr>
        <a:xfrm>
          <a:off x="7130112" y="478203"/>
          <a:ext cx="2262681" cy="2661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00AF5-91CC-4A3F-AD87-641E9C45FFA4}">
      <dsp:nvSpPr>
        <dsp:cNvPr id="0" name=""/>
        <dsp:cNvSpPr/>
      </dsp:nvSpPr>
      <dsp:spPr>
        <a:xfrm>
          <a:off x="7130112" y="578176"/>
          <a:ext cx="166224" cy="166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A1B231-CE66-4F36-B29A-BD4851EB40AE}">
      <dsp:nvSpPr>
        <dsp:cNvPr id="0" name=""/>
        <dsp:cNvSpPr/>
      </dsp:nvSpPr>
      <dsp:spPr>
        <a:xfrm>
          <a:off x="7130112" y="0"/>
          <a:ext cx="2262681" cy="478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Logistic</a:t>
          </a:r>
          <a:endParaRPr lang="en-US" sz="24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7130112" y="0"/>
        <a:ext cx="2262681" cy="478203"/>
      </dsp:txXfrm>
    </dsp:sp>
    <dsp:sp modelId="{E96BA95A-DD63-4FF9-9567-FD66BF7FD2FF}">
      <dsp:nvSpPr>
        <dsp:cNvPr id="0" name=""/>
        <dsp:cNvSpPr/>
      </dsp:nvSpPr>
      <dsp:spPr>
        <a:xfrm>
          <a:off x="7130112" y="965641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FE695-9BD5-4CBE-AC46-91294554FE51}">
      <dsp:nvSpPr>
        <dsp:cNvPr id="0" name=""/>
        <dsp:cNvSpPr/>
      </dsp:nvSpPr>
      <dsp:spPr>
        <a:xfrm>
          <a:off x="7288500" y="855021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Total Freight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7288500" y="855021"/>
        <a:ext cx="2104293" cy="387460"/>
      </dsp:txXfrm>
    </dsp:sp>
    <dsp:sp modelId="{3A826660-BEA1-4064-9107-65183D4F5A5E}">
      <dsp:nvSpPr>
        <dsp:cNvPr id="0" name=""/>
        <dsp:cNvSpPr/>
      </dsp:nvSpPr>
      <dsp:spPr>
        <a:xfrm>
          <a:off x="7130112" y="1353101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86A342-8867-4D94-95EA-266B3C6089FB}">
      <dsp:nvSpPr>
        <dsp:cNvPr id="0" name=""/>
        <dsp:cNvSpPr/>
      </dsp:nvSpPr>
      <dsp:spPr>
        <a:xfrm>
          <a:off x="7288500" y="1242481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Freight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7288500" y="1242481"/>
        <a:ext cx="2104293" cy="387460"/>
      </dsp:txXfrm>
    </dsp:sp>
    <dsp:sp modelId="{917B280E-BB8F-436B-AAC6-08337C50CC1D}">
      <dsp:nvSpPr>
        <dsp:cNvPr id="0" name=""/>
        <dsp:cNvSpPr/>
      </dsp:nvSpPr>
      <dsp:spPr>
        <a:xfrm>
          <a:off x="7130112" y="1740562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746752-84C2-4E9A-866F-51C5604B13A4}">
      <dsp:nvSpPr>
        <dsp:cNvPr id="0" name=""/>
        <dsp:cNvSpPr/>
      </dsp:nvSpPr>
      <dsp:spPr>
        <a:xfrm>
          <a:off x="7288500" y="1629942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On-time Delivery Rate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7288500" y="1629942"/>
        <a:ext cx="2104293" cy="387460"/>
      </dsp:txXfrm>
    </dsp:sp>
    <dsp:sp modelId="{A5A01371-E7E3-4398-ACD8-B734462AEF9F}">
      <dsp:nvSpPr>
        <dsp:cNvPr id="0" name=""/>
        <dsp:cNvSpPr/>
      </dsp:nvSpPr>
      <dsp:spPr>
        <a:xfrm>
          <a:off x="7130112" y="2128023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F0A27E-84C8-4E54-9800-BEEF31717CCD}">
      <dsp:nvSpPr>
        <dsp:cNvPr id="0" name=""/>
        <dsp:cNvSpPr/>
      </dsp:nvSpPr>
      <dsp:spPr>
        <a:xfrm>
          <a:off x="7288500" y="2017403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Average Days to Delivery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7288500" y="2017403"/>
        <a:ext cx="2104293" cy="387460"/>
      </dsp:txXfrm>
    </dsp:sp>
    <dsp:sp modelId="{7AB6F69D-DFF1-4F81-AA5B-C155F2744607}">
      <dsp:nvSpPr>
        <dsp:cNvPr id="0" name=""/>
        <dsp:cNvSpPr/>
      </dsp:nvSpPr>
      <dsp:spPr>
        <a:xfrm>
          <a:off x="7130112" y="2515484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7B7B5-8618-450F-B406-F6CD8FD8270F}">
      <dsp:nvSpPr>
        <dsp:cNvPr id="0" name=""/>
        <dsp:cNvSpPr/>
      </dsp:nvSpPr>
      <dsp:spPr>
        <a:xfrm>
          <a:off x="7288500" y="2404864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On-time Rate by Month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7288500" y="2404864"/>
        <a:ext cx="2104293" cy="387460"/>
      </dsp:txXfrm>
    </dsp:sp>
    <dsp:sp modelId="{9E802FA7-94D8-4EB9-A920-CA912C4F20B0}">
      <dsp:nvSpPr>
        <dsp:cNvPr id="0" name=""/>
        <dsp:cNvSpPr/>
      </dsp:nvSpPr>
      <dsp:spPr>
        <a:xfrm>
          <a:off x="7130112" y="2902944"/>
          <a:ext cx="166220" cy="1662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FC65A7-3440-4B99-9D51-B6D5F32C68CC}">
      <dsp:nvSpPr>
        <dsp:cNvPr id="0" name=""/>
        <dsp:cNvSpPr/>
      </dsp:nvSpPr>
      <dsp:spPr>
        <a:xfrm>
          <a:off x="7288500" y="2792324"/>
          <a:ext cx="2104293" cy="387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Order Status Rate</a:t>
          </a:r>
          <a:endParaRPr lang="en-US" sz="1100" kern="1200" dirty="0">
            <a:solidFill>
              <a:srgbClr val="FFC000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7288500" y="2792324"/>
        <a:ext cx="2104293" cy="387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343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6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26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4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34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25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68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6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74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782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0560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90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6842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1609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42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51E38-EEA6-4DA6-A151-BCFF8201DA9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7148C9F-2903-452C-89BE-1F0A2570C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50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41" y="88062"/>
            <a:ext cx="1866813" cy="1866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515" y="2665266"/>
            <a:ext cx="777750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smtClean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Olist E-Commerce Analysis </a:t>
            </a:r>
            <a:endParaRPr lang="en-US" sz="6600" b="1" dirty="0">
              <a:solidFill>
                <a:srgbClr val="0070C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5018" y="6043353"/>
            <a:ext cx="3188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Reporter: Trần Doãn Đồng</a:t>
            </a:r>
            <a:endParaRPr lang="en-US" dirty="0">
              <a:solidFill>
                <a:srgbClr val="92D05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51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702867964"/>
              </p:ext>
            </p:extLst>
          </p:nvPr>
        </p:nvGraphicFramePr>
        <p:xfrm>
          <a:off x="1650999" y="643466"/>
          <a:ext cx="6879245" cy="56977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61924" y="0"/>
            <a:ext cx="6562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Table of contents</a:t>
            </a:r>
            <a:endParaRPr lang="en-US" sz="3600" dirty="0">
              <a:solidFill>
                <a:srgbClr val="92D05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264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95745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dictionary</a:t>
            </a: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/>
            </a:r>
            <a:b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2" y="1268922"/>
            <a:ext cx="8653636" cy="41885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2969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95745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</a:t>
            </a:r>
            <a:r>
              <a:rPr lang="en-US" b="1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modeling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480" y="595745"/>
            <a:ext cx="10190614" cy="59463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1643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95745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</a:t>
            </a:r>
            <a:r>
              <a:rPr lang="en-US" b="1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preprocessing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16" y="708006"/>
            <a:ext cx="8210897" cy="56102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3266902" y="6430560"/>
            <a:ext cx="3682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92D050"/>
                </a:solidFill>
                <a:latin typeface="Arial Black" panose="020B0A04020102020204" pitchFamily="34" charset="0"/>
              </a:rPr>
              <a:t>Upload dataset to BigQuery</a:t>
            </a:r>
            <a:endParaRPr lang="en-US" dirty="0">
              <a:solidFill>
                <a:srgbClr val="92D05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794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95745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preprocessing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47" y="1008004"/>
            <a:ext cx="11331402" cy="51600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4164677" y="6395637"/>
            <a:ext cx="218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Geolocation table</a:t>
            </a:r>
            <a:endParaRPr lang="en-US" dirty="0">
              <a:solidFill>
                <a:srgbClr val="92D05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558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95745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</a:t>
            </a:r>
            <a:r>
              <a:rPr lang="en-US" b="1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preprocessing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366" y="815105"/>
            <a:ext cx="6081619" cy="54443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3441470" y="6395637"/>
            <a:ext cx="2937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Geolocation table clean</a:t>
            </a:r>
            <a:endParaRPr lang="en-US" dirty="0">
              <a:solidFill>
                <a:srgbClr val="92D05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546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95745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</a:t>
            </a:r>
            <a:r>
              <a:rPr lang="en-US" b="1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preprocessing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556" y="595745"/>
            <a:ext cx="7413048" cy="54921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4696692" y="6314259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Clean dataset</a:t>
            </a:r>
            <a:endParaRPr lang="en-US" dirty="0">
              <a:solidFill>
                <a:srgbClr val="92D05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532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95745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Data </a:t>
            </a:r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visualization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556146697"/>
              </p:ext>
            </p:extLst>
          </p:nvPr>
        </p:nvGraphicFramePr>
        <p:xfrm>
          <a:off x="440055" y="1699260"/>
          <a:ext cx="9395460" cy="5646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5755" y="1085850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Metric</a:t>
            </a:r>
            <a:r>
              <a:rPr lang="en-US" dirty="0" smtClean="0">
                <a:solidFill>
                  <a:srgbClr val="92D050"/>
                </a:solidFill>
              </a:rPr>
              <a:t>:</a:t>
            </a:r>
            <a:endParaRPr 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162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95745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Take Action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6" y="595745"/>
            <a:ext cx="10405473" cy="572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82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95745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Take Action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682" y="1014845"/>
            <a:ext cx="8554318" cy="4709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014845"/>
            <a:ext cx="3637682" cy="888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smtClean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Tỷ lệ khách hàng quay lại thấp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smtClean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Giá trị bình quân mỗi khách hàng thấp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smtClean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Khách tập trung ở các thành phố lớn</a:t>
            </a:r>
            <a:endParaRPr lang="en-US" sz="1200" dirty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000353"/>
            <a:ext cx="3552825" cy="171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Cần đẩy mạnh chăm sóc khách cũ để khách quay lại nhiều hơn và đem lại nhiều giá trị hơn trên mỗi khách hàng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Đẩy mạnh nhận diện thương hiệu để tiếp cận nhiều hơn tới nhiều khách hàng ở các thành phố nhỏ</a:t>
            </a:r>
          </a:p>
        </p:txBody>
      </p:sp>
    </p:spTree>
    <p:extLst>
      <p:ext uri="{BB962C8B-B14F-4D97-AF65-F5344CB8AC3E}">
        <p14:creationId xmlns:p14="http://schemas.microsoft.com/office/powerpoint/2010/main" val="2783020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95745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Take Action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75" y="710045"/>
            <a:ext cx="7820024" cy="43054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1" y="1014845"/>
            <a:ext cx="4010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smtClean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Số nhà bán hàng vẫn khá ít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smtClean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Lượng đơn bình quân trên mỗi nhà bán hàng thấp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smtClean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Đánh giá vẫn cần tốt hơn nữa</a:t>
            </a:r>
            <a:endParaRPr lang="en-US" sz="1200" dirty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911" y="3319895"/>
            <a:ext cx="3886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smtClean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Thu hút nhiều nhà bán hàng hơn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smtClean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Thu hút khách hàng, chính sách bán hàng tốt hơn để tăng lượng đơn cho các nhà bán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smtClean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Cải thiện chất lượng dịch vụ đem tới đánh giá tốt hơn nữa</a:t>
            </a:r>
            <a:endParaRPr lang="en-US" sz="1200" dirty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72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95745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Take Action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1" y="1014845"/>
            <a:ext cx="4010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smtClean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Giá trị của phí giao hàng rất lớn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smtClean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Thời gian giao hàng bình quân rất lớn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smtClean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Giao hàng đúng hạn cần cải thiện</a:t>
            </a:r>
            <a:endParaRPr lang="en-US" sz="1200" dirty="0">
              <a:solidFill>
                <a:srgbClr val="FFC00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024" y="595745"/>
            <a:ext cx="8122982" cy="44910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2841264"/>
            <a:ext cx="40100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smtClean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Xây dựng, hợp tác kênh giao hàng thu về lợi nhuận tốt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smtClean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Tối ưu chi phí giao hàng &gt; thu hút khách mua hàng nhiều hơn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smtClean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Thời gian giao hàng cần cải thiện rất nhiều từ đó tăng tỷ lệ giao hàng đúng hẹn &amp; tăng quyết định mua hàng đồng thời giảm tỷ lệ hủy đơn</a:t>
            </a:r>
          </a:p>
        </p:txBody>
      </p:sp>
    </p:spTree>
    <p:extLst>
      <p:ext uri="{BB962C8B-B14F-4D97-AF65-F5344CB8AC3E}">
        <p14:creationId xmlns:p14="http://schemas.microsoft.com/office/powerpoint/2010/main" val="1328598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46317" y="3719252"/>
            <a:ext cx="3078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THANK YOU</a:t>
            </a:r>
            <a:endParaRPr lang="en-US" sz="3600" dirty="0">
              <a:solidFill>
                <a:srgbClr val="92D05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764" y="1481137"/>
            <a:ext cx="3735415" cy="158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326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2109</TotalTime>
  <Words>342</Words>
  <Application>Microsoft Office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Segoe UI Black</vt:lpstr>
      <vt:lpstr>Trebuchet MS</vt:lpstr>
      <vt:lpstr>Wingdings 3</vt:lpstr>
      <vt:lpstr>Facet</vt:lpstr>
      <vt:lpstr>PowerPoint Presentation</vt:lpstr>
      <vt:lpstr>PowerPoint Presentation</vt:lpstr>
      <vt:lpstr>Data dictionary </vt:lpstr>
      <vt:lpstr>Data modeling</vt:lpstr>
      <vt:lpstr>Data preprocessing</vt:lpstr>
      <vt:lpstr>Data preprocessing</vt:lpstr>
      <vt:lpstr>Data preprocessing</vt:lpstr>
      <vt:lpstr>Data preprocessing</vt:lpstr>
      <vt:lpstr>Data visualization</vt:lpstr>
      <vt:lpstr>Take Action</vt:lpstr>
      <vt:lpstr>Take Action</vt:lpstr>
      <vt:lpstr>Take Action</vt:lpstr>
      <vt:lpstr>Take Action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Dong</dc:creator>
  <cp:lastModifiedBy>Dong</cp:lastModifiedBy>
  <cp:revision>32</cp:revision>
  <dcterms:created xsi:type="dcterms:W3CDTF">2025-11-08T04:00:50Z</dcterms:created>
  <dcterms:modified xsi:type="dcterms:W3CDTF">2025-11-09T15:11:19Z</dcterms:modified>
</cp:coreProperties>
</file>